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1b19fd3d4940c5" /><Relationship Type="http://schemas.openxmlformats.org/officeDocument/2006/relationships/extended-properties" Target="/docProps/app.xml" Id="R28cf509c2b494de9" /><Relationship Type="http://schemas.openxmlformats.org/officeDocument/2006/relationships/officeDocument" Target="/ppt/presentation.xml" Id="R8c9df17e01904c5d" /></Relationships>
</file>

<file path=ppt/presentation.xml><?xml version="1.0" encoding="utf-8"?>
<p:presentation xmlns:p="http://schemas.openxmlformats.org/presentationml/2006/main">
  <p:sldMasterIdLst>
    <p:sldMasterId xmlns:r="http://schemas.openxmlformats.org/officeDocument/2006/relationships" id="2147483648" r:id="Rc3e6c97604284a4a"/>
  </p:sldMasterIdLst>
  <p:notesMasterIdLst>
    <p:notesMasterId xmlns:r="http://schemas.openxmlformats.org/officeDocument/2006/relationships" r:id="Ree2054e941ab49f8"/>
  </p:notesMasterIdLst>
  <p:sldIdLst>
    <p:sldId xmlns:r="http://schemas.openxmlformats.org/officeDocument/2006/relationships" id="256" r:id="R035cfc19d8ec41fb"/>
    <p:sldId xmlns:r="http://schemas.openxmlformats.org/officeDocument/2006/relationships" id="257" r:id="R9f72c0065c25437f"/>
    <p:sldId xmlns:r="http://schemas.openxmlformats.org/officeDocument/2006/relationships" id="258" r:id="R62f4f227d0a14bf8"/>
    <p:sldId xmlns:r="http://schemas.openxmlformats.org/officeDocument/2006/relationships" id="259" r:id="R46355abd56e248f1"/>
    <p:sldId xmlns:r="http://schemas.openxmlformats.org/officeDocument/2006/relationships" id="260" r:id="R52b185ee846d41ec"/>
    <p:sldId xmlns:r="http://schemas.openxmlformats.org/officeDocument/2006/relationships" id="261" r:id="R2bf33d8296e84339"/>
    <p:sldId xmlns:r="http://schemas.openxmlformats.org/officeDocument/2006/relationships" id="262" r:id="R9ddd898c930048a9"/>
    <p:sldId xmlns:r="http://schemas.openxmlformats.org/officeDocument/2006/relationships" id="263" r:id="Rd0cbc4a670f147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c572596a70450e" /><Relationship Type="http://schemas.openxmlformats.org/officeDocument/2006/relationships/slideMaster" Target="/ppt/slideMasters/slideMaster1.xml" Id="Rc3e6c97604284a4a" /><Relationship Type="http://schemas.openxmlformats.org/officeDocument/2006/relationships/notesMaster" Target="/ppt/notesMasters/notesMaster1.xml" Id="Ree2054e941ab49f8" /><Relationship Type="http://schemas.openxmlformats.org/officeDocument/2006/relationships/presProps" Target="/ppt/presProps.xml" Id="R2442a811bcec487c" /><Relationship Type="http://schemas.openxmlformats.org/officeDocument/2006/relationships/tableStyles" Target="/ppt/tableStyles.xml" Id="R585e2e3a36614996" /><Relationship Type="http://schemas.openxmlformats.org/officeDocument/2006/relationships/slide" Target="/ppt/slides/slide1.xml" Id="R035cfc19d8ec41fb" /><Relationship Type="http://schemas.openxmlformats.org/officeDocument/2006/relationships/slide" Target="/ppt/slides/slide2.xml" Id="R9f72c0065c25437f" /><Relationship Type="http://schemas.openxmlformats.org/officeDocument/2006/relationships/slide" Target="/ppt/slides/slide3.xml" Id="R62f4f227d0a14bf8" /><Relationship Type="http://schemas.openxmlformats.org/officeDocument/2006/relationships/slide" Target="/ppt/slides/slide4.xml" Id="R46355abd56e248f1" /><Relationship Type="http://schemas.openxmlformats.org/officeDocument/2006/relationships/slide" Target="/ppt/slides/slide5.xml" Id="R52b185ee846d41ec" /><Relationship Type="http://schemas.openxmlformats.org/officeDocument/2006/relationships/slide" Target="/ppt/slides/slide6.xml" Id="R2bf33d8296e84339" /><Relationship Type="http://schemas.openxmlformats.org/officeDocument/2006/relationships/slide" Target="/ppt/slides/slide7.xml" Id="R9ddd898c930048a9" /><Relationship Type="http://schemas.openxmlformats.org/officeDocument/2006/relationships/slide" Target="/ppt/slides/slide8.xml" Id="Rd0cbc4a670f147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5b80f842d64c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3f208e17e44148" /><Relationship Type="http://schemas.openxmlformats.org/officeDocument/2006/relationships/notesMaster" Target="/ppt/notesMasters/notesMaster1.xml" Id="Rd50066be34c140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b10cce060b402c" /><Relationship Type="http://schemas.openxmlformats.org/officeDocument/2006/relationships/notesMaster" Target="/ppt/notesMasters/notesMaster1.xml" Id="R5230fb69941b42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73e185e8714d77" /><Relationship Type="http://schemas.openxmlformats.org/officeDocument/2006/relationships/notesMaster" Target="/ppt/notesMasters/notesMaster1.xml" Id="R68702861fcea48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565be7531c4f6c" /><Relationship Type="http://schemas.openxmlformats.org/officeDocument/2006/relationships/notesMaster" Target="/ppt/notesMasters/notesMaster1.xml" Id="R8a73b96b10be4a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914983d68040d4" /><Relationship Type="http://schemas.openxmlformats.org/officeDocument/2006/relationships/notesMaster" Target="/ppt/notesMasters/notesMaster1.xml" Id="Rf14cc6e828b240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5e9eaac9144678" /><Relationship Type="http://schemas.openxmlformats.org/officeDocument/2006/relationships/notesMaster" Target="/ppt/notesMasters/notesMaster1.xml" Id="R9f24e385a5b04c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963b413a8f4625" /><Relationship Type="http://schemas.openxmlformats.org/officeDocument/2006/relationships/notesMaster" Target="/ppt/notesMasters/notesMaster1.xml" Id="R97e1313869934c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1a416ec50a4c19" /><Relationship Type="http://schemas.openxmlformats.org/officeDocument/2006/relationships/notesMaster" Target="/ppt/notesMasters/notesMaster1.xml" Id="R8785d39f5f0b41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화학물질 누출 사고 대응 교육용 Unity VR 콘텐츠 중 PPE 준비실 Stage를 설명합니다. 현장 진입 전 보호구 착용과 대응 장비 준비를 실제 XR 상호작용 및 교육 절차 검증과 연결했습니다. 원본은 3인 팀 프로젝트입니다. 지원자는 PPE 준비실 Stage의 씬, 보호구 상호작용, 교육 흐름, 장비 준비, UI와 관련 기능 전반을 전담했습니다. 다른 Stage 및 공용 App/XR 통합 기반은 팀 영역입니다. 10월 개선과 회귀 검증은 9월 원본 개발과 구분합니다.</a:t>
            </a:r>
          </a:p>
          <a:p xmlns:a="http://schemas.openxmlformats.org/drawingml/2006/main">
            <a:r>
              <a:t>화면: 실제 Unity PPE 준비실의 Editor 캡처이며 실기기 착용 화면이나 완료 빌드의 증거가 아닙니다.</a:t>
            </a:r>
          </a:p>
          <a:p xmlns:a="http://schemas.openxmlformats.org/drawingml/2006/main">
            <a:r>
              <a:t>저장소 기준 근거 경로:</a:t>
            </a:r>
          </a:p>
          <a:p xmlns:a="http://schemas.openxmlformats.org/drawingml/2006/main">
            <a:r>
              <a:t>Assets/Scenes/04_PPE.unity</a:t>
            </a:r>
          </a:p>
          <a:p xmlns:a="http://schemas.openxmlformats.org/drawingml/2006/main">
            <a:r>
              <a:t>docs/tasks/PPE_TASK.md</a:t>
            </a:r>
          </a:p>
          <a:p xmlns:a="http://schemas.openxmlformats.org/drawingml/2006/main">
            <a:r>
              <a:t>실제 이미지: docs/portfolio/media/20261027-verified/ppe-editor-overview.png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교육은 PPE 준비, 현장 진입 전 확인, 누출 대응으로 구성됩니다. App은 공용 XR rig·입력과 Scene 전환을 관리하고 PPE Stage는 상호작용, 장비 상태, 교육 순서 및 안내를 담당합니다. OnPPESequenceCompleted와 장비 ID/수량을 공용 시스템에 전달합니다.</a:t>
            </a:r>
          </a:p>
          <a:p xmlns:a="http://schemas.openxmlformats.org/drawingml/2006/main">
            <a:r>
              <a:t>저장소 기준 근거 경로:</a:t>
            </a:r>
          </a:p>
          <a:p xmlns:a="http://schemas.openxmlformats.org/drawingml/2006/main">
            <a:r>
              <a:t>docs/integration/SHARED_XR_ARCHITECTURE.md</a:t>
            </a:r>
          </a:p>
          <a:p xmlns:a="http://schemas.openxmlformats.org/drawingml/2006/main">
            <a:r>
              <a:t>docs/integration/SESSION_INVENTORY_CONTRACT.md</a:t>
            </a:r>
          </a:p>
          <a:p xmlns:a="http://schemas.openxmlformats.org/drawingml/2006/main">
            <a:r>
              <a:t>Assets/1.JSR/Scripts/PPESequenceManager.cs</a:t>
            </a:r>
          </a:p>
          <a:p xmlns:a="http://schemas.openxmlformats.org/drawingml/2006/main">
            <a:r>
              <a:t>Assets/Common/XR/SessionEquipmentInventory.cs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Unity6000.4.8f1/C#, XRI3.4.1, XR Hands1.7.3, OpenXR1.16.1을 사용합니다. PPE 담당 영역은 씬 구성, 보호구 상호작용과 착용 판정, 안내 및 장비 준비입니다. 공용 App/XR, 다른 Stage와 외부 assets는 구분합니다. 지원자는 PPE Stage 전반을 전담했습니다. 다른 Stage와 공용 XR/App 기반을 포함한 통합 프로젝트 전체는 3인 팀 성과입니다. 이후 10월 포트폴리오 개선과 검증은 원본 개발 기간과 별도 작업입니다.</a:t>
            </a:r>
          </a:p>
          <a:p xmlns:a="http://schemas.openxmlformats.org/drawingml/2006/main">
            <a:r>
              <a:t>저장소 기준 근거 경로:</a:t>
            </a:r>
          </a:p>
          <a:p xmlns:a="http://schemas.openxmlformats.org/drawingml/2006/main">
            <a:r>
              <a:t>ProjectSettings/ProjectVersion.txt</a:t>
            </a:r>
          </a:p>
          <a:p xmlns:a="http://schemas.openxmlformats.org/drawingml/2006/main">
            <a:r>
              <a:t>Packages/packages-lock.json</a:t>
            </a:r>
          </a:p>
          <a:p xmlns:a="http://schemas.openxmlformats.org/drawingml/2006/main">
            <a:r>
              <a:t>docs/codex/PPE_WORKER.md</a:t>
            </a:r>
          </a:p>
          <a:p xmlns:a="http://schemas.openxmlformats.org/drawingml/2006/main">
            <a:r>
              <a:t>docs/integration/STAGE_EDITING_BOUNDARIES.md</a:t>
            </a:r>
          </a:p>
          <a:p xmlns:a="http://schemas.openxmlformats.org/drawingml/2006/main">
            <a:r>
              <a:t>실제 이미지: docs/portfolio/media/20261027-verified/ppe-editor-hierarchy.png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손과 물리 Collider의 근접 여부로 Grab 허용을 검사합니다. 보호구별 target은 손·얼굴·몸·하체에 둡니다. 놓는 시점에 target 위치, tracking 유효성, 거리와 교육 순서를 확인합니다. 장비 설정에 따라 회전 검사를 사용하며 Ghost Ready와 실제 Equip 성공을 분리합니다. 현재 PPE profile은 Near 활성/Far 비활성입니다. 실제 HMD Grab/release 화면은 추가 촬영 대상입니다.</a:t>
            </a:r>
          </a:p>
          <a:p xmlns:a="http://schemas.openxmlformats.org/drawingml/2006/main">
            <a:r>
              <a:t>저장소 기준 근거 경로:</a:t>
            </a:r>
          </a:p>
          <a:p xmlns:a="http://schemas.openxmlformats.org/drawingml/2006/main">
            <a:r>
              <a:t>Assets/1.JSR/Scripts/PPEDirectGrabProximityFilter.cs</a:t>
            </a:r>
          </a:p>
          <a:p xmlns:a="http://schemas.openxmlformats.org/drawingml/2006/main">
            <a:r>
              <a:t>Assets/1.JSR/Scripts/PPEReleaseEquip.cs</a:t>
            </a:r>
          </a:p>
          <a:p xmlns:a="http://schemas.openxmlformats.org/drawingml/2006/main">
            <a:r>
              <a:t>Assets/1.JSR/Scripts/PPEInnerGloveDonning.cs</a:t>
            </a:r>
          </a:p>
          <a:p xmlns:a="http://schemas.openxmlformats.org/drawingml/2006/main">
            <a:r>
              <a:t>Assets/1.JSR/Scripts/PPEPlacementValidation.cs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PPESequenceManager가 교육 단계와 필수 순서를, PPEEquipmentManager가 장비 ID와 완료 등록을, PPEGlovePairCoordinator가 좌우 물리 상태와 논리 완료를 관리합니다. 속장갑·보호복·장화·호흡보호구·안면보호구·외부장갑의 Donning 후 대응가방과 수거용기 준비를 진행합니다. 양손 true만으로 완료하지 않고 최종 Equip 성공도 확인합니다.</a:t>
            </a:r>
          </a:p>
          <a:p xmlns:a="http://schemas.openxmlformats.org/drawingml/2006/main">
            <a:r>
              <a:t>저장소 기준 근거 경로:</a:t>
            </a:r>
          </a:p>
          <a:p xmlns:a="http://schemas.openxmlformats.org/drawingml/2006/main">
            <a:r>
              <a:t>Assets/1.JSR/Scripts/PPESequenceManager.cs</a:t>
            </a:r>
          </a:p>
          <a:p xmlns:a="http://schemas.openxmlformats.org/drawingml/2006/main">
            <a:r>
              <a:t>Assets/1.JSR/Scripts/PPEEquipmentManager.cs</a:t>
            </a:r>
          </a:p>
          <a:p xmlns:a="http://schemas.openxmlformats.org/drawingml/2006/main">
            <a:r>
              <a:t>Assets/1.JSR/Scripts/PPEGlovePairCoordinator.cs</a:t>
            </a:r>
          </a:p>
          <a:p xmlns:a="http://schemas.openxmlformats.org/drawingml/2006/main">
            <a:r>
              <a:t>Assets/1.JSR/Scripts/PPEChecklistPanel.cs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문제A는 수납 이후 global Grip이 bag target 문맥 없이 완료되는 경로였습니다. 활성 bag의 live Hover/Select와 입력 손을 확인하도록 수정했습니다. 문제B는 양손 flag와 최종 장비 등록 성공이 불일치하는 실패 경로였습니다. 실패한 두 번째 side만 flag·pose·grab·시각을 복구하고 먼저 성공한 side는 유지합니다. 관련 신규50개가 실제 Unity EditMode에서 통과했으며 HMD 동작은 별도 검증입니다.</a:t>
            </a:r>
          </a:p>
          <a:p xmlns:a="http://schemas.openxmlformats.org/drawingml/2006/main">
            <a:r>
              <a:t>저장소 기준 근거 경로:</a:t>
            </a:r>
          </a:p>
          <a:p xmlns:a="http://schemas.openxmlformats.org/drawingml/2006/main">
            <a:r>
              <a:t>Assets/1.JSR/Scripts/ResponseBagPackingController.cs</a:t>
            </a:r>
          </a:p>
          <a:p xmlns:a="http://schemas.openxmlformats.org/drawingml/2006/main">
            <a:r>
              <a:t>Assets/1.JSR/Scripts/ResponseBagPrepareInteractable.cs</a:t>
            </a:r>
          </a:p>
          <a:p xmlns:a="http://schemas.openxmlformats.org/drawingml/2006/main">
            <a:r>
              <a:t>Assets/1.JSR/Scripts/XRInteractionConfirmRouter.cs</a:t>
            </a:r>
          </a:p>
          <a:p xmlns:a="http://schemas.openxmlformats.org/drawingml/2006/main">
            <a:r>
              <a:t>Assets/1.JSR/Scripts/PPEGlovePairCoordinator.cs</a:t>
            </a:r>
          </a:p>
          <a:p xmlns:a="http://schemas.openxmlformats.org/drawingml/2006/main">
            <a:r>
              <a:t>Assets/1.JSR/Scripts/PPEReleaseEquip.cs</a:t>
            </a:r>
          </a:p>
          <a:p xmlns:a="http://schemas.openxmlformats.org/drawingml/2006/main">
            <a:r>
              <a:t>docs/portfolio/public-validation/20261027-unity6000.4.8f1/full-editmode-rerun-results.xml</a:t>
            </a:r>
          </a:p>
          <a:p xmlns:a="http://schemas.openxmlformats.org/drawingml/2006/main">
            <a:r>
              <a:t>검증: Unity6000.4.8f1_f8b72d3d7343, 신규50/50 PASS, 전체217/218 PASS. 기존Tint 정확한Color 비교1실패(최대채널오차8.940696716308594e-8). PCVR/HMD/Quest Android 및 새 player build는 미검증. 실제검증은 소스와 동일한 별도 복사본에서 수행했다.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 Unity6000.4.8f1_f8b72d3d7343, 신규50/50 PASS, 전체217/218 PASS. 기존Tint 정확한Color 비교1실패(최대채널오차8.940696716308594e-8). PCVR/HMD/Quest Android 및 새 player build는 미검증. 실제검증은 소스와 동일한 별도 복사본에서 수행했다.</a:t>
            </a:r>
          </a:p>
          <a:p xmlns:a="http://schemas.openxmlformats.org/drawingml/2006/main">
            <a:r>
              <a:t>신규 fixture13/17/20 모두 Runnable이며 최종실행XML과 full name50개가 정확히일치했습니다. 전체218중 기존Tint1실패를 포함하므로 전체PASS로표시하지않습니다. 실제Editor로04_PPE의524GameObject/1048Component를스캔했습니다. 최초49/50과216/218기록도보존했고fixture초기화/Unitynull전제2곳만보완했습니다.</a:t>
            </a:r>
          </a:p>
          <a:p xmlns:a="http://schemas.openxmlformats.org/drawingml/2006/main">
            <a:r>
              <a:t>저장소 기준 근거 경로:</a:t>
            </a:r>
          </a:p>
          <a:p xmlns:a="http://schemas.openxmlformats.org/drawingml/2006/main">
            <a:r>
              <a:t>docs/portfolio/public-validation/20261027-unity6000.4.8f1/actual-validation-summary.json</a:t>
            </a:r>
          </a:p>
          <a:p xmlns:a="http://schemas.openxmlformats.org/drawingml/2006/main">
            <a:r>
              <a:t>docs/portfolio/public-validation/20261027-unity6000.4.8f1/full-editmode-rerun-results.xml</a:t>
            </a:r>
          </a:p>
          <a:p xmlns:a="http://schemas.openxmlformats.org/drawingml/2006/main">
            <a:r>
              <a:t>docs/portfolio/public-validation/20261027-unity6000.4.8f1/scene-and-discovery.json</a:t>
            </a:r>
          </a:p>
          <a:p xmlns:a="http://schemas.openxmlformats.org/drawingml/2006/main">
            <a:r>
              <a:t>docs/portfolio/02_TEST_REPORT.md</a:t>
            </a:r>
          </a:p>
          <a:p xmlns:a="http://schemas.openxmlformats.org/drawingml/2006/main">
            <a:r>
              <a:t>실제 이미지: docs/portfolio/media/20261027-verified/unity-test-runner.png</a:t>
            </a:r>
          </a:p>
          <a:p xmlns:a="http://schemas.openxmlformats.org/drawingml/2006/main">
            <a:r>
              <a:t>이 Test Runner 이미지는 GUI에서 신규 3개 fixture 50개를 선택하여 재실행한 실제 캡처입니다. 초록 50개 통과, 빨강 0개 실패, 회색 168개는 이 선택 실행에서 미실행입니다. 전체 217/218 결과는 앞선 full-editmode-rerun-results.xml의 별도 전체 실행 증거입니다. 전체 원본은 docs/portfolio/media/20261027-verified/unity-test-runner.png에 보관했고 슬라이드에서는 상단을 네이티브 크롭했습니다.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 추적과 컨트롤러 입력을 이용해 보호구 선택·착용·장비 준비를 연결하는 XR 상호작용 경험입니다. 장비 상태·양손 판정·교육 단계·이벤트 전달의 책임을 나눈 C# 구조, 실제 결함 분석과 자동 회귀 검증, 산업 절차를 가상환경/피드백으로 연결하는 점을 소개합니다. 지원자는 3인 팀에서 PPE 준비실 Stage의 개발 전반을 전담했습니다. 2026-10-27 개선·회귀 검증은 원본 개발 기간과 구분합니다.</a:t>
            </a:r>
          </a:p>
          <a:p xmlns:a="http://schemas.openxmlformats.org/drawingml/2006/main">
            <a:r>
              <a:t>마무리: 산업 현장의 교육 절차를 안정적인 XR 상호작용과 C# 로직으로 구현하는 개발자로 성장하고자 합니다.</a:t>
            </a:r>
          </a:p>
          <a:p xmlns:a="http://schemas.openxmlformats.org/drawingml/2006/main">
            <a:r>
              <a:t>지원자는 2026-09-10 PPE 플레이 영상을 보유하고 있으며 공개 URL은 등록 예정입니다. 해당 영상은 9월 과거 빌드를 보여 주며 10월 개선사항을 시연한 것으로 소개하지 않습니다. 현재 로컬에 영상 파일이 없어 가짜 URL을 만들지 않았습니다. 기존2026-09-10Windowsbuild는2026-09-18source/currentlocalfix와같지않습니다. 현재수납3종은구현확인사항이며기존PPE_TASK4종집게요구는SOP확인대상입니다.</a:t>
            </a:r>
          </a:p>
          <a:p xmlns:a="http://schemas.openxmlformats.org/drawingml/2006/main">
            <a:r>
              <a:t>저장소: https://github.com/tyfmq123-hub/HCl-PPE-Room-Build</a:t>
            </a:r>
          </a:p>
          <a:p xmlns:a="http://schemas.openxmlformats.org/drawingml/2006/main">
            <a:r>
              <a:t>최신 개선사항은 codex/ppe-portfolio-improvement 작업 브랜치와 PR을 기준으로 확인합니다. main 반영 여부는 별도로 확인하며 PR을 자동 병합하지 않습니다.</a:t>
            </a:r>
          </a:p>
          <a:p xmlns:a="http://schemas.openxmlformats.org/drawingml/2006/main">
            <a:r>
              <a:t>저장소 기준 근거 경로:</a:t>
            </a:r>
          </a:p>
          <a:p xmlns:a="http://schemas.openxmlformats.org/drawingml/2006/main">
            <a:r>
              <a:t>README.md</a:t>
            </a:r>
          </a:p>
          <a:p xmlns:a="http://schemas.openxmlformats.org/drawingml/2006/main">
            <a:r>
              <a:t>docs/codex/PPE_WORKER.md</a:t>
            </a:r>
          </a:p>
          <a:p xmlns:a="http://schemas.openxmlformats.org/drawingml/2006/main">
            <a:r>
              <a:t>docs/portfolio/02_TEST_REPORT.md</a:t>
            </a:r>
          </a:p>
          <a:p xmlns:a="http://schemas.openxmlformats.org/drawingml/2006/main">
            <a:r>
              <a:t>docs/portfolio/04_WORK_SUMMARY_KO.md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d66ab6fc8b46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7311f55e5c042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5e47a201bd04d0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7f264c8e11b43c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a45f1b736e240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5582ebbf01842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9E500E-7DA8-4F45-9A54-C9DA1E221E4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4831153-1891-4BC7-B5F5-F35D2E7B48E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A06540B-FAF2-459F-A322-19B9D3DA0CF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AC4014-60CC-453E-AB2E-6F1A665CD1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24FE476-60D9-42D4-B8D8-17B4E35B6A2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F92B72-843C-46A2-9DF8-65470C459A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5407B8-960F-4F8E-9152-9372BF995B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72C8A97-BEFC-4839-9A31-8504E8AB68B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D22F8E-8156-4AB5-9F31-89557CEF36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0A673F-F5E5-4D03-A8AC-7A78F8D607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5ed46652a94bdc" /><Relationship Type="http://schemas.openxmlformats.org/officeDocument/2006/relationships/slideLayout" Target="/ppt/slideLayouts/slideLayout1.xml" Id="R2550ebbbad4a47c0" /><Relationship Type="http://schemas.openxmlformats.org/officeDocument/2006/relationships/slideLayout" Target="/ppt/slideLayouts/slideLayout2.xml" Id="Re1020f44a0a44f20" /><Relationship Type="http://schemas.openxmlformats.org/officeDocument/2006/relationships/slideLayout" Target="/ppt/slideLayouts/slideLayout3.xml" Id="Rc6d8c4a7727d4ff4" /><Relationship Type="http://schemas.openxmlformats.org/officeDocument/2006/relationships/slideLayout" Target="/ppt/slideLayouts/slideLayout4.xml" Id="Re969680927cd4d18" /><Relationship Type="http://schemas.openxmlformats.org/officeDocument/2006/relationships/slideLayout" Target="/ppt/slideLayouts/slideLayout5.xml" Id="R93e1078022cb4ef4" /><Relationship Type="http://schemas.openxmlformats.org/officeDocument/2006/relationships/slideLayout" Target="/ppt/slideLayouts/slideLayout6.xml" Id="Re5219bdaeefd4f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50ebbbad4a47c0"/>
    <p:sldLayoutId xmlns:r="http://schemas.openxmlformats.org/officeDocument/2006/relationships" id="2147483650" r:id="Re1020f44a0a44f20"/>
    <p:sldLayoutId xmlns:r="http://schemas.openxmlformats.org/officeDocument/2006/relationships" id="2147483651" r:id="Rc6d8c4a7727d4ff4"/>
    <p:sldLayoutId xmlns:r="http://schemas.openxmlformats.org/officeDocument/2006/relationships" id="2147483652" r:id="Re969680927cd4d18"/>
    <p:sldLayoutId xmlns:r="http://schemas.openxmlformats.org/officeDocument/2006/relationships" id="2147483653" r:id="R93e1078022cb4ef4"/>
    <p:sldLayoutId xmlns:r="http://schemas.openxmlformats.org/officeDocument/2006/relationships" id="2147483654" r:id="Re5219bdaeefd4f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c0f50d44ab34a0e" /><Relationship Type="http://schemas.openxmlformats.org/officeDocument/2006/relationships/image" Target="/ppt/media/image.jpeg" Id="Ra108949a74544bcf" /><Relationship Type="http://schemas.openxmlformats.org/officeDocument/2006/relationships/notesSlide" Target="/ppt/notesSlides/notesSlide1.xml" Id="Rec345aa1720b43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01cc7ebf8740f1" /><Relationship Type="http://schemas.openxmlformats.org/officeDocument/2006/relationships/notesSlide" Target="/ppt/notesSlides/notesSlide2.xml" Id="Rc831f5f7fb8041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06b4d9d49ac46f9" /><Relationship Type="http://schemas.openxmlformats.org/officeDocument/2006/relationships/image" Target="/ppt/media/image2.jpeg" Id="R9d482e4aa26f4e59" /><Relationship Type="http://schemas.openxmlformats.org/officeDocument/2006/relationships/notesSlide" Target="/ppt/notesSlides/notesSlide3.xml" Id="R1c36e67e168f40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0fb79578c15474e" /><Relationship Type="http://schemas.openxmlformats.org/officeDocument/2006/relationships/notesSlide" Target="/ppt/notesSlides/notesSlide4.xml" Id="Ra243561b71104e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def2b3e2f124fc4" /><Relationship Type="http://schemas.openxmlformats.org/officeDocument/2006/relationships/notesSlide" Target="/ppt/notesSlides/notesSlide5.xml" Id="R0d90be9b7b814a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6eb9c4c74724e79" /><Relationship Type="http://schemas.openxmlformats.org/officeDocument/2006/relationships/notesSlide" Target="/ppt/notesSlides/notesSlide6.xml" Id="R46a95e035f7842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6c0e096f067428c" /><Relationship Type="http://schemas.openxmlformats.org/officeDocument/2006/relationships/image" Target="/ppt/media/image3.jpeg" Id="R4ffd398f471340ec" /><Relationship Type="http://schemas.openxmlformats.org/officeDocument/2006/relationships/notesSlide" Target="/ppt/notesSlides/notesSlide7.xml" Id="R1e5eecf0927d45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813b932c466449e" /><Relationship Type="http://schemas.openxmlformats.org/officeDocument/2006/relationships/notesSlide" Target="/ppt/notesSlides/notesSlide8.xml" Id="R604c7c07b9024270" /></Relationships>
</file>

<file path=ppt/slides/slide1.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D0D6A8A-F7EE-4976-8533-0C07F1B4E85C}"/>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C38"/>
                </a:solidFill>
                <a:latin typeface="Malgun Gothic"/>
                <a:ea typeface="Malgun Gothic"/>
                <a:cs typeface="Malgun Gothic"/>
              </a:defRPr>
            </a:defPPr>
            <a:lvl1pPr>
              <a:defRPr sz="3300" b="1">
                <a:solidFill>
                  <a:srgbClr val="182C38"/>
                </a:solidFill>
                <a:latin typeface="Malgun Gothic"/>
                <a:ea typeface="Malgun Gothic"/>
                <a:cs typeface="Malgun Gothic"/>
              </a:defRPr>
            </a:lvl1pPr>
            <a:lvl2pPr>
              <a:defRPr sz="3300" b="1">
                <a:solidFill>
                  <a:srgbClr val="182C38"/>
                </a:solidFill>
                <a:latin typeface="Malgun Gothic"/>
                <a:ea typeface="Malgun Gothic"/>
                <a:cs typeface="Malgun Gothic"/>
              </a:defRPr>
            </a:lvl2pPr>
            <a:lvl3pPr>
              <a:defRPr sz="3300" b="1">
                <a:solidFill>
                  <a:srgbClr val="182C38"/>
                </a:solidFill>
                <a:latin typeface="Malgun Gothic"/>
                <a:ea typeface="Malgun Gothic"/>
                <a:cs typeface="Malgun Gothic"/>
              </a:defRPr>
            </a:lvl3pPr>
            <a:lvl4pPr>
              <a:defRPr sz="3300" b="1">
                <a:solidFill>
                  <a:srgbClr val="182C38"/>
                </a:solidFill>
                <a:latin typeface="Malgun Gothic"/>
                <a:ea typeface="Malgun Gothic"/>
                <a:cs typeface="Malgun Gothic"/>
              </a:defRPr>
            </a:lvl4pPr>
            <a:lvl5pPr>
              <a:defRPr sz="3300" b="1">
                <a:solidFill>
                  <a:srgbClr val="182C38"/>
                </a:solidFill>
                <a:latin typeface="Malgun Gothic"/>
                <a:ea typeface="Malgun Gothic"/>
                <a:cs typeface="Malgun Gothic"/>
              </a:defRPr>
            </a:lvl5pPr>
            <a:lvl6pPr>
              <a:defRPr sz="3300" b="1">
                <a:solidFill>
                  <a:srgbClr val="182C38"/>
                </a:solidFill>
                <a:latin typeface="Malgun Gothic"/>
                <a:ea typeface="Malgun Gothic"/>
                <a:cs typeface="Malgun Gothic"/>
              </a:defRPr>
            </a:lvl6pPr>
            <a:lvl7pPr>
              <a:defRPr sz="3300" b="1">
                <a:solidFill>
                  <a:srgbClr val="182C38"/>
                </a:solidFill>
                <a:latin typeface="Malgun Gothic"/>
                <a:ea typeface="Malgun Gothic"/>
                <a:cs typeface="Malgun Gothic"/>
              </a:defRPr>
            </a:lvl7pPr>
            <a:lvl8pPr>
              <a:defRPr sz="3300" b="1">
                <a:solidFill>
                  <a:srgbClr val="182C38"/>
                </a:solidFill>
                <a:latin typeface="Malgun Gothic"/>
                <a:ea typeface="Malgun Gothic"/>
                <a:cs typeface="Malgun Gothic"/>
              </a:defRPr>
            </a:lvl8pPr>
            <a:lvl9pPr>
              <a:defRPr sz="3300" b="1">
                <a:solidFill>
                  <a:srgbClr val="182C38"/>
                </a:solidFill>
                <a:latin typeface="Malgun Gothic"/>
                <a:ea typeface="Malgun Gothic"/>
                <a:cs typeface="Malgun Gothic"/>
              </a:defRPr>
            </a:lvl9pPr>
          </a:lstStyle>
          <a:p xmlns:a="http://schemas.openxmlformats.org/drawingml/2006/main">
            <a:pPr>
              <a:defRPr sz="3300" b="1">
                <a:solidFill>
                  <a:srgbClr val="182C38"/>
                </a:solidFill>
                <a:latin typeface="Malgun Gothic"/>
                <a:ea typeface="Malgun Gothic"/>
                <a:cs typeface="Malgun Gothic"/>
              </a:defRPr>
            </a:pPr>
            <a:r>
              <a:rPr sz="3300" b="1">
                <a:solidFill>
                  <a:srgbClr val="182C38"/>
                </a:solidFill>
                <a:latin typeface="Malgun Gothic"/>
                <a:ea typeface="Malgun Gothic"/>
                <a:cs typeface="Malgun Gothic"/>
              </a:rPr>
              <a:t>산업 안전교육을 위한 VR PPE 준비실 개발</a:t>
            </a:r>
          </a:p>
        </p:txBody>
      </p:sp>
      <p:sp>
        <p:nvSpPr>
          <p:cNvPr id="2" name="source">
            <a:extLst xmlns:a="http://schemas.openxmlformats.org/drawingml/2006/main">
              <a:ext uri="{FF2B5EF4-FFF2-40B4-BE49-F238E27FC236}">
                <a16:creationId xmlns:a16="http://schemas.microsoft.com/office/drawing/2014/main" id="{712015AB-74BF-448B-B5D1-F7402FCDB40C}"/>
              </a:ext>
            </a:extLst>
          </p:cNvPr>
          <p:cNvSpPr>
            <a:spLocks xmlns:a="http://schemas.openxmlformats.org/drawingml/2006/main" noGrp="1"/>
          </p:cNvSpPr>
          <p:nvPr/>
        </p:nvSpPr>
        <p:spPr>
          <a:xfrm xmlns:a="http://schemas.openxmlformats.org/drawingml/2006/main">
            <a:off x="685800" y="638175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36E"/>
                </a:solidFill>
                <a:latin typeface="Malgun Gothic"/>
                <a:ea typeface="Malgun Gothic"/>
                <a:cs typeface="Malgun Gothic"/>
              </a:defRPr>
            </a:defPPr>
            <a:lvl1pPr>
              <a:defRPr sz="1200" b="0">
                <a:solidFill>
                  <a:srgbClr val="52636E"/>
                </a:solidFill>
                <a:latin typeface="Malgun Gothic"/>
                <a:ea typeface="Malgun Gothic"/>
                <a:cs typeface="Malgun Gothic"/>
              </a:defRPr>
            </a:lvl1pPr>
            <a:lvl2pPr>
              <a:defRPr sz="1200" b="0">
                <a:solidFill>
                  <a:srgbClr val="52636E"/>
                </a:solidFill>
                <a:latin typeface="Malgun Gothic"/>
                <a:ea typeface="Malgun Gothic"/>
                <a:cs typeface="Malgun Gothic"/>
              </a:defRPr>
            </a:lvl2pPr>
            <a:lvl3pPr>
              <a:defRPr sz="1200" b="0">
                <a:solidFill>
                  <a:srgbClr val="52636E"/>
                </a:solidFill>
                <a:latin typeface="Malgun Gothic"/>
                <a:ea typeface="Malgun Gothic"/>
                <a:cs typeface="Malgun Gothic"/>
              </a:defRPr>
            </a:lvl3pPr>
            <a:lvl4pPr>
              <a:defRPr sz="1200" b="0">
                <a:solidFill>
                  <a:srgbClr val="52636E"/>
                </a:solidFill>
                <a:latin typeface="Malgun Gothic"/>
                <a:ea typeface="Malgun Gothic"/>
                <a:cs typeface="Malgun Gothic"/>
              </a:defRPr>
            </a:lvl4pPr>
            <a:lvl5pPr>
              <a:defRPr sz="1200" b="0">
                <a:solidFill>
                  <a:srgbClr val="52636E"/>
                </a:solidFill>
                <a:latin typeface="Malgun Gothic"/>
                <a:ea typeface="Malgun Gothic"/>
                <a:cs typeface="Malgun Gothic"/>
              </a:defRPr>
            </a:lvl5pPr>
            <a:lvl6pPr>
              <a:defRPr sz="1200" b="0">
                <a:solidFill>
                  <a:srgbClr val="52636E"/>
                </a:solidFill>
                <a:latin typeface="Malgun Gothic"/>
                <a:ea typeface="Malgun Gothic"/>
                <a:cs typeface="Malgun Gothic"/>
              </a:defRPr>
            </a:lvl6pPr>
            <a:lvl7pPr>
              <a:defRPr sz="1200" b="0">
                <a:solidFill>
                  <a:srgbClr val="52636E"/>
                </a:solidFill>
                <a:latin typeface="Malgun Gothic"/>
                <a:ea typeface="Malgun Gothic"/>
                <a:cs typeface="Malgun Gothic"/>
              </a:defRPr>
            </a:lvl7pPr>
            <a:lvl8pPr>
              <a:defRPr sz="1200" b="0">
                <a:solidFill>
                  <a:srgbClr val="52636E"/>
                </a:solidFill>
                <a:latin typeface="Malgun Gothic"/>
                <a:ea typeface="Malgun Gothic"/>
                <a:cs typeface="Malgun Gothic"/>
              </a:defRPr>
            </a:lvl8pPr>
            <a:lvl9pPr>
              <a:defRPr sz="1200" b="0">
                <a:solidFill>
                  <a:srgbClr val="52636E"/>
                </a:solidFill>
                <a:latin typeface="Malgun Gothic"/>
                <a:ea typeface="Malgun Gothic"/>
                <a:cs typeface="Malgun Gothic"/>
              </a:defRPr>
            </a:lvl9pPr>
          </a:lstStyle>
          <a:p xmlns:a="http://schemas.openxmlformats.org/drawingml/2006/main">
            <a:pPr>
              <a:defRPr sz="1200" b="0">
                <a:solidFill>
                  <a:srgbClr val="52636E"/>
                </a:solidFill>
                <a:latin typeface="Malgun Gothic"/>
                <a:ea typeface="Malgun Gothic"/>
                <a:cs typeface="Malgun Gothic"/>
              </a:defRPr>
            </a:pPr>
            <a:r>
              <a:rPr sz="1200" b="0">
                <a:solidFill>
                  <a:srgbClr val="52636E"/>
                </a:solidFill>
                <a:latin typeface="Malgun Gothic"/>
                <a:ea typeface="Malgun Gothic"/>
                <a:cs typeface="Malgun Gothic"/>
              </a:rPr>
              <a:t>HCl Chemical Leak Response VR Training</a:t>
            </a:r>
          </a:p>
        </p:txBody>
      </p:sp>
      <p:sp>
        <p:nvSpPr>
          <p:cNvPr id="3" name="page">
            <a:extLst xmlns:a="http://schemas.openxmlformats.org/drawingml/2006/main">
              <a:ext uri="{FF2B5EF4-FFF2-40B4-BE49-F238E27FC236}">
                <a16:creationId xmlns:a16="http://schemas.microsoft.com/office/drawing/2014/main" id="{05B933DC-5A11-4EE8-AAF8-334019CEB957}"/>
              </a:ext>
            </a:extLst>
          </p:cNvPr>
          <p:cNvSpPr>
            <a:spLocks xmlns:a="http://schemas.openxmlformats.org/drawingml/2006/main" noGrp="1"/>
          </p:cNvSpPr>
          <p:nvPr/>
        </p:nvSpPr>
        <p:spPr>
          <a:xfrm xmlns:a="http://schemas.openxmlformats.org/drawingml/2006/main">
            <a:off x="11115675"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36E"/>
                </a:solidFill>
                <a:latin typeface="Malgun Gothic"/>
                <a:ea typeface="Malgun Gothic"/>
                <a:cs typeface="Malgun Gothic"/>
              </a:defRPr>
            </a:defPPr>
            <a:lvl1pPr>
              <a:defRPr sz="1500" b="0">
                <a:solidFill>
                  <a:srgbClr val="52636E"/>
                </a:solidFill>
                <a:latin typeface="Malgun Gothic"/>
                <a:ea typeface="Malgun Gothic"/>
                <a:cs typeface="Malgun Gothic"/>
              </a:defRPr>
            </a:lvl1pPr>
            <a:lvl2pPr>
              <a:defRPr sz="1500" b="0">
                <a:solidFill>
                  <a:srgbClr val="52636E"/>
                </a:solidFill>
                <a:latin typeface="Malgun Gothic"/>
                <a:ea typeface="Malgun Gothic"/>
                <a:cs typeface="Malgun Gothic"/>
              </a:defRPr>
            </a:lvl2pPr>
            <a:lvl3pPr>
              <a:defRPr sz="1500" b="0">
                <a:solidFill>
                  <a:srgbClr val="52636E"/>
                </a:solidFill>
                <a:latin typeface="Malgun Gothic"/>
                <a:ea typeface="Malgun Gothic"/>
                <a:cs typeface="Malgun Gothic"/>
              </a:defRPr>
            </a:lvl3pPr>
            <a:lvl4pPr>
              <a:defRPr sz="1500" b="0">
                <a:solidFill>
                  <a:srgbClr val="52636E"/>
                </a:solidFill>
                <a:latin typeface="Malgun Gothic"/>
                <a:ea typeface="Malgun Gothic"/>
                <a:cs typeface="Malgun Gothic"/>
              </a:defRPr>
            </a:lvl4pPr>
            <a:lvl5pPr>
              <a:defRPr sz="1500" b="0">
                <a:solidFill>
                  <a:srgbClr val="52636E"/>
                </a:solidFill>
                <a:latin typeface="Malgun Gothic"/>
                <a:ea typeface="Malgun Gothic"/>
                <a:cs typeface="Malgun Gothic"/>
              </a:defRPr>
            </a:lvl5pPr>
            <a:lvl6pPr>
              <a:defRPr sz="1500" b="0">
                <a:solidFill>
                  <a:srgbClr val="52636E"/>
                </a:solidFill>
                <a:latin typeface="Malgun Gothic"/>
                <a:ea typeface="Malgun Gothic"/>
                <a:cs typeface="Malgun Gothic"/>
              </a:defRPr>
            </a:lvl6pPr>
            <a:lvl7pPr>
              <a:defRPr sz="1500" b="0">
                <a:solidFill>
                  <a:srgbClr val="52636E"/>
                </a:solidFill>
                <a:latin typeface="Malgun Gothic"/>
                <a:ea typeface="Malgun Gothic"/>
                <a:cs typeface="Malgun Gothic"/>
              </a:defRPr>
            </a:lvl7pPr>
            <a:lvl8pPr>
              <a:defRPr sz="1500" b="0">
                <a:solidFill>
                  <a:srgbClr val="52636E"/>
                </a:solidFill>
                <a:latin typeface="Malgun Gothic"/>
                <a:ea typeface="Malgun Gothic"/>
                <a:cs typeface="Malgun Gothic"/>
              </a:defRPr>
            </a:lvl8pPr>
            <a:lvl9pPr>
              <a:defRPr sz="1500" b="0">
                <a:solidFill>
                  <a:srgbClr val="52636E"/>
                </a:solidFill>
                <a:latin typeface="Malgun Gothic"/>
                <a:ea typeface="Malgun Gothic"/>
                <a:cs typeface="Malgun Gothic"/>
              </a:defRPr>
            </a:lvl9pPr>
          </a:lstStyle>
          <a:p xmlns:a="http://schemas.openxmlformats.org/drawingml/2006/main">
            <a:pPr>
              <a:defRPr sz="1500" b="0">
                <a:solidFill>
                  <a:srgbClr val="52636E"/>
                </a:solidFill>
                <a:latin typeface="Malgun Gothic"/>
                <a:ea typeface="Malgun Gothic"/>
                <a:cs typeface="Malgun Gothic"/>
              </a:defRPr>
            </a:pPr>
            <a:r>
              <a:rPr sz="1500" b="0">
                <a:solidFill>
                  <a:srgbClr val="52636E"/>
                </a:solidFill>
                <a:latin typeface="Malgun Gothic"/>
                <a:ea typeface="Malgun Gothic"/>
                <a:cs typeface="Malgun Gothic"/>
              </a:rPr>
              <a:t>01</a:t>
            </a:r>
          </a:p>
        </p:txBody>
      </p:sp>
      <p:sp>
        <p:nvSpPr>
          <p:cNvPr id="4" name="text">
            <a:extLst xmlns:a="http://schemas.openxmlformats.org/drawingml/2006/main">
              <a:ext uri="{FF2B5EF4-FFF2-40B4-BE49-F238E27FC236}">
                <a16:creationId xmlns:a16="http://schemas.microsoft.com/office/drawing/2014/main" id="{2D4F9A28-779F-485C-9D6A-9AAD32DD7AEE}"/>
              </a:ext>
            </a:extLst>
          </p:cNvPr>
          <p:cNvSpPr>
            <a:spLocks xmlns:a="http://schemas.openxmlformats.org/drawingml/2006/main" noGrp="1"/>
          </p:cNvSpPr>
          <p:nvPr/>
        </p:nvSpPr>
        <p:spPr>
          <a:xfrm xmlns:a="http://schemas.openxmlformats.org/drawingml/2006/main">
            <a:off x="685800" y="121920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166A88"/>
                </a:solidFill>
                <a:latin typeface="Malgun Gothic"/>
                <a:ea typeface="Malgun Gothic"/>
                <a:cs typeface="Malgun Gothic"/>
              </a:defRPr>
            </a:defPPr>
            <a:lvl1pPr>
              <a:defRPr sz="1725" b="0">
                <a:solidFill>
                  <a:srgbClr val="166A88"/>
                </a:solidFill>
                <a:latin typeface="Malgun Gothic"/>
                <a:ea typeface="Malgun Gothic"/>
                <a:cs typeface="Malgun Gothic"/>
              </a:defRPr>
            </a:lvl1pPr>
            <a:lvl2pPr>
              <a:defRPr sz="1725" b="0">
                <a:solidFill>
                  <a:srgbClr val="166A88"/>
                </a:solidFill>
                <a:latin typeface="Malgun Gothic"/>
                <a:ea typeface="Malgun Gothic"/>
                <a:cs typeface="Malgun Gothic"/>
              </a:defRPr>
            </a:lvl2pPr>
            <a:lvl3pPr>
              <a:defRPr sz="1725" b="0">
                <a:solidFill>
                  <a:srgbClr val="166A88"/>
                </a:solidFill>
                <a:latin typeface="Malgun Gothic"/>
                <a:ea typeface="Malgun Gothic"/>
                <a:cs typeface="Malgun Gothic"/>
              </a:defRPr>
            </a:lvl3pPr>
            <a:lvl4pPr>
              <a:defRPr sz="1725" b="0">
                <a:solidFill>
                  <a:srgbClr val="166A88"/>
                </a:solidFill>
                <a:latin typeface="Malgun Gothic"/>
                <a:ea typeface="Malgun Gothic"/>
                <a:cs typeface="Malgun Gothic"/>
              </a:defRPr>
            </a:lvl4pPr>
            <a:lvl5pPr>
              <a:defRPr sz="1725" b="0">
                <a:solidFill>
                  <a:srgbClr val="166A88"/>
                </a:solidFill>
                <a:latin typeface="Malgun Gothic"/>
                <a:ea typeface="Malgun Gothic"/>
                <a:cs typeface="Malgun Gothic"/>
              </a:defRPr>
            </a:lvl5pPr>
            <a:lvl6pPr>
              <a:defRPr sz="1725" b="0">
                <a:solidFill>
                  <a:srgbClr val="166A88"/>
                </a:solidFill>
                <a:latin typeface="Malgun Gothic"/>
                <a:ea typeface="Malgun Gothic"/>
                <a:cs typeface="Malgun Gothic"/>
              </a:defRPr>
            </a:lvl6pPr>
            <a:lvl7pPr>
              <a:defRPr sz="1725" b="0">
                <a:solidFill>
                  <a:srgbClr val="166A88"/>
                </a:solidFill>
                <a:latin typeface="Malgun Gothic"/>
                <a:ea typeface="Malgun Gothic"/>
                <a:cs typeface="Malgun Gothic"/>
              </a:defRPr>
            </a:lvl7pPr>
            <a:lvl8pPr>
              <a:defRPr sz="1725" b="0">
                <a:solidFill>
                  <a:srgbClr val="166A88"/>
                </a:solidFill>
                <a:latin typeface="Malgun Gothic"/>
                <a:ea typeface="Malgun Gothic"/>
                <a:cs typeface="Malgun Gothic"/>
              </a:defRPr>
            </a:lvl8pPr>
            <a:lvl9pPr>
              <a:defRPr sz="1725" b="0">
                <a:solidFill>
                  <a:srgbClr val="166A88"/>
                </a:solidFill>
                <a:latin typeface="Malgun Gothic"/>
                <a:ea typeface="Malgun Gothic"/>
                <a:cs typeface="Malgun Gothic"/>
              </a:defRPr>
            </a:lvl9pPr>
          </a:lstStyle>
          <a:p xmlns:a="http://schemas.openxmlformats.org/drawingml/2006/main">
            <a:pPr>
              <a:defRPr sz="1725" b="0">
                <a:solidFill>
                  <a:srgbClr val="166A88"/>
                </a:solidFill>
                <a:latin typeface="Malgun Gothic"/>
                <a:ea typeface="Malgun Gothic"/>
                <a:cs typeface="Malgun Gothic"/>
              </a:defRPr>
            </a:pPr>
            <a:r>
              <a:rPr sz="1725" b="0">
                <a:solidFill>
                  <a:srgbClr val="166A88"/>
                </a:solidFill>
                <a:latin typeface="Malgun Gothic"/>
                <a:ea typeface="Malgun Gothic"/>
                <a:cs typeface="Malgun Gothic"/>
              </a:rPr>
              <a:t>HCl Chemical Leak Response VR Training</a:t>
            </a:r>
          </a:p>
        </p:txBody>
      </p:sp>
      <p:pic>
        <p:nvPicPr>
          <p:cNvPr id="5" name="">
            <a:extLst xmlns:a="http://schemas.openxmlformats.org/drawingml/2006/main">
              <a:ext uri="{FF2B5EF4-FFF2-40B4-BE49-F238E27FC236}">
                <a16:creationId xmlns:a16="http://schemas.microsoft.com/office/drawing/2014/main" id="{C749AD59-6D6D-4BD6-BEF9-1565474ED6D1}"/>
              </a:ext>
            </a:extLst>
          </p:cNvPr>
          <p:cNvPicPr>
            <a:picLocks xmlns:a="http://schemas.openxmlformats.org/drawingml/2006/main" noChangeAspect="1"/>
          </p:cNvPicPr>
          <p:nvPr/>
        </p:nvPicPr>
        <p:blipFill>
          <a:blip xmlns:r="http://schemas.openxmlformats.org/officeDocument/2006/relationships" xmlns:a="http://schemas.openxmlformats.org/drawingml/2006/main" r:embed="Ra108949a74544bcf"/>
          <a:srcRect xmlns:a="http://schemas.openxmlformats.org/drawingml/2006/main" l="0" t="24678" r="0" b="24678"/>
          <a:stretch xmlns:a="http://schemas.openxmlformats.org/drawingml/2006/main">
            <a:fillRect l="0" t="0" r="0" b="0"/>
          </a:stretch>
        </p:blipFill>
        <p:spPr>
          <a:xfrm xmlns:a="http://schemas.openxmlformats.org/drawingml/2006/main">
            <a:off x="685800" y="1695450"/>
            <a:ext cx="10820400" cy="3381375"/>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264F8CA9-D795-4F33-A298-F49CE12A3561}"/>
              </a:ext>
            </a:extLst>
          </p:cNvPr>
          <p:cNvSpPr>
            <a:spLocks xmlns:a="http://schemas.openxmlformats.org/drawingml/2006/main" noGrp="1"/>
          </p:cNvSpPr>
          <p:nvPr/>
        </p:nvSpPr>
        <p:spPr>
          <a:xfrm xmlns:a="http://schemas.openxmlformats.org/drawingml/2006/main">
            <a:off x="685800" y="51339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2636E"/>
                </a:solidFill>
                <a:latin typeface="Malgun Gothic"/>
                <a:ea typeface="Malgun Gothic"/>
                <a:cs typeface="Malgun Gothic"/>
              </a:defRPr>
            </a:defPPr>
            <a:lvl1pPr>
              <a:defRPr sz="1350" b="0">
                <a:solidFill>
                  <a:srgbClr val="52636E"/>
                </a:solidFill>
                <a:latin typeface="Malgun Gothic"/>
                <a:ea typeface="Malgun Gothic"/>
                <a:cs typeface="Malgun Gothic"/>
              </a:defRPr>
            </a:lvl1pPr>
            <a:lvl2pPr>
              <a:defRPr sz="1350" b="0">
                <a:solidFill>
                  <a:srgbClr val="52636E"/>
                </a:solidFill>
                <a:latin typeface="Malgun Gothic"/>
                <a:ea typeface="Malgun Gothic"/>
                <a:cs typeface="Malgun Gothic"/>
              </a:defRPr>
            </a:lvl2pPr>
            <a:lvl3pPr>
              <a:defRPr sz="1350" b="0">
                <a:solidFill>
                  <a:srgbClr val="52636E"/>
                </a:solidFill>
                <a:latin typeface="Malgun Gothic"/>
                <a:ea typeface="Malgun Gothic"/>
                <a:cs typeface="Malgun Gothic"/>
              </a:defRPr>
            </a:lvl3pPr>
            <a:lvl4pPr>
              <a:defRPr sz="1350" b="0">
                <a:solidFill>
                  <a:srgbClr val="52636E"/>
                </a:solidFill>
                <a:latin typeface="Malgun Gothic"/>
                <a:ea typeface="Malgun Gothic"/>
                <a:cs typeface="Malgun Gothic"/>
              </a:defRPr>
            </a:lvl4pPr>
            <a:lvl5pPr>
              <a:defRPr sz="1350" b="0">
                <a:solidFill>
                  <a:srgbClr val="52636E"/>
                </a:solidFill>
                <a:latin typeface="Malgun Gothic"/>
                <a:ea typeface="Malgun Gothic"/>
                <a:cs typeface="Malgun Gothic"/>
              </a:defRPr>
            </a:lvl5pPr>
            <a:lvl6pPr>
              <a:defRPr sz="1350" b="0">
                <a:solidFill>
                  <a:srgbClr val="52636E"/>
                </a:solidFill>
                <a:latin typeface="Malgun Gothic"/>
                <a:ea typeface="Malgun Gothic"/>
                <a:cs typeface="Malgun Gothic"/>
              </a:defRPr>
            </a:lvl6pPr>
            <a:lvl7pPr>
              <a:defRPr sz="1350" b="0">
                <a:solidFill>
                  <a:srgbClr val="52636E"/>
                </a:solidFill>
                <a:latin typeface="Malgun Gothic"/>
                <a:ea typeface="Malgun Gothic"/>
                <a:cs typeface="Malgun Gothic"/>
              </a:defRPr>
            </a:lvl7pPr>
            <a:lvl8pPr>
              <a:defRPr sz="1350" b="0">
                <a:solidFill>
                  <a:srgbClr val="52636E"/>
                </a:solidFill>
                <a:latin typeface="Malgun Gothic"/>
                <a:ea typeface="Malgun Gothic"/>
                <a:cs typeface="Malgun Gothic"/>
              </a:defRPr>
            </a:lvl8pPr>
            <a:lvl9pPr>
              <a:defRPr sz="1350" b="0">
                <a:solidFill>
                  <a:srgbClr val="52636E"/>
                </a:solidFill>
                <a:latin typeface="Malgun Gothic"/>
                <a:ea typeface="Malgun Gothic"/>
                <a:cs typeface="Malgun Gothic"/>
              </a:defRPr>
            </a:lvl9pPr>
          </a:lstStyle>
          <a:p xmlns:a="http://schemas.openxmlformats.org/drawingml/2006/main">
            <a:pPr>
              <a:defRPr sz="1350" b="0">
                <a:solidFill>
                  <a:srgbClr val="52636E"/>
                </a:solidFill>
                <a:latin typeface="Malgun Gothic"/>
                <a:ea typeface="Malgun Gothic"/>
                <a:cs typeface="Malgun Gothic"/>
              </a:defRPr>
            </a:pPr>
            <a:r>
              <a:rPr sz="1350" b="0">
                <a:solidFill>
                  <a:srgbClr val="52636E"/>
                </a:solidFill>
                <a:latin typeface="Malgun Gothic"/>
                <a:ea typeface="Malgun Gothic"/>
                <a:cs typeface="Malgun Gothic"/>
              </a:rPr>
              <a:t>실제 Unity 6000.4.8f1 Scene View 캡처 / HMD 실행 화면 아님</a:t>
            </a:r>
          </a:p>
        </p:txBody>
      </p:sp>
      <p:sp>
        <p:nvSpPr>
          <p:cNvPr id="7" name="text">
            <a:extLst xmlns:a="http://schemas.openxmlformats.org/drawingml/2006/main">
              <a:ext uri="{FF2B5EF4-FFF2-40B4-BE49-F238E27FC236}">
                <a16:creationId xmlns:a16="http://schemas.microsoft.com/office/drawing/2014/main" id="{7AF3F794-8D1F-48FC-A173-CC4C6494F97E}"/>
              </a:ext>
            </a:extLst>
          </p:cNvPr>
          <p:cNvSpPr>
            <a:spLocks xmlns:a="http://schemas.openxmlformats.org/drawingml/2006/main" noGrp="1"/>
          </p:cNvSpPr>
          <p:nvPr/>
        </p:nvSpPr>
        <p:spPr>
          <a:xfrm xmlns:a="http://schemas.openxmlformats.org/drawingml/2006/main">
            <a:off x="685800" y="55435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C38"/>
                </a:solidFill>
                <a:latin typeface="Malgun Gothic"/>
                <a:ea typeface="Malgun Gothic"/>
                <a:cs typeface="Malgun Gothic"/>
              </a:defRPr>
            </a:defPPr>
            <a:lvl1pPr>
              <a:defRPr sz="2100" b="0">
                <a:solidFill>
                  <a:srgbClr val="182C38"/>
                </a:solidFill>
                <a:latin typeface="Malgun Gothic"/>
                <a:ea typeface="Malgun Gothic"/>
                <a:cs typeface="Malgun Gothic"/>
              </a:defRPr>
            </a:lvl1pPr>
            <a:lvl2pPr>
              <a:defRPr sz="2100" b="0">
                <a:solidFill>
                  <a:srgbClr val="182C38"/>
                </a:solidFill>
                <a:latin typeface="Malgun Gothic"/>
                <a:ea typeface="Malgun Gothic"/>
                <a:cs typeface="Malgun Gothic"/>
              </a:defRPr>
            </a:lvl2pPr>
            <a:lvl3pPr>
              <a:defRPr sz="2100" b="0">
                <a:solidFill>
                  <a:srgbClr val="182C38"/>
                </a:solidFill>
                <a:latin typeface="Malgun Gothic"/>
                <a:ea typeface="Malgun Gothic"/>
                <a:cs typeface="Malgun Gothic"/>
              </a:defRPr>
            </a:lvl3pPr>
            <a:lvl4pPr>
              <a:defRPr sz="2100" b="0">
                <a:solidFill>
                  <a:srgbClr val="182C38"/>
                </a:solidFill>
                <a:latin typeface="Malgun Gothic"/>
                <a:ea typeface="Malgun Gothic"/>
                <a:cs typeface="Malgun Gothic"/>
              </a:defRPr>
            </a:lvl4pPr>
            <a:lvl5pPr>
              <a:defRPr sz="2100" b="0">
                <a:solidFill>
                  <a:srgbClr val="182C38"/>
                </a:solidFill>
                <a:latin typeface="Malgun Gothic"/>
                <a:ea typeface="Malgun Gothic"/>
                <a:cs typeface="Malgun Gothic"/>
              </a:defRPr>
            </a:lvl5pPr>
            <a:lvl6pPr>
              <a:defRPr sz="2100" b="0">
                <a:solidFill>
                  <a:srgbClr val="182C38"/>
                </a:solidFill>
                <a:latin typeface="Malgun Gothic"/>
                <a:ea typeface="Malgun Gothic"/>
                <a:cs typeface="Malgun Gothic"/>
              </a:defRPr>
            </a:lvl6pPr>
            <a:lvl7pPr>
              <a:defRPr sz="2100" b="0">
                <a:solidFill>
                  <a:srgbClr val="182C38"/>
                </a:solidFill>
                <a:latin typeface="Malgun Gothic"/>
                <a:ea typeface="Malgun Gothic"/>
                <a:cs typeface="Malgun Gothic"/>
              </a:defRPr>
            </a:lvl7pPr>
            <a:lvl8pPr>
              <a:defRPr sz="2100" b="0">
                <a:solidFill>
                  <a:srgbClr val="182C38"/>
                </a:solidFill>
                <a:latin typeface="Malgun Gothic"/>
                <a:ea typeface="Malgun Gothic"/>
                <a:cs typeface="Malgun Gothic"/>
              </a:defRPr>
            </a:lvl8pPr>
            <a:lvl9pPr>
              <a:defRPr sz="2100" b="0">
                <a:solidFill>
                  <a:srgbClr val="182C38"/>
                </a:solidFill>
                <a:latin typeface="Malgun Gothic"/>
                <a:ea typeface="Malgun Gothic"/>
                <a:cs typeface="Malgun Gothic"/>
              </a:defRPr>
            </a:lvl9pPr>
          </a:lstStyle>
          <a:p xmlns:a="http://schemas.openxmlformats.org/drawingml/2006/main">
            <a:pPr>
              <a:defRPr sz="2100" b="0">
                <a:solidFill>
                  <a:srgbClr val="182C38"/>
                </a:solidFill>
                <a:latin typeface="Malgun Gothic"/>
                <a:ea typeface="Malgun Gothic"/>
                <a:cs typeface="Malgun Gothic"/>
              </a:defRPr>
            </a:pPr>
            <a:r>
              <a:rPr sz="2100" b="0">
                <a:solidFill>
                  <a:srgbClr val="182C38"/>
                </a:solidFill>
                <a:latin typeface="Malgun Gothic"/>
                <a:ea typeface="Malgun Gothic"/>
                <a:cs typeface="Malgun Gothic"/>
              </a:rPr>
              <a:t>현장 진입 전 보호구 착용과 대응 장비 준비를 구현하고</a:t>
            </a:r>
          </a:p>
          <a:p xmlns:a="http://schemas.openxmlformats.org/drawingml/2006/main">
            <a:pPr>
              <a:defRPr sz="2100" b="0">
                <a:solidFill>
                  <a:srgbClr val="182C38"/>
                </a:solidFill>
                <a:latin typeface="Malgun Gothic"/>
                <a:ea typeface="Malgun Gothic"/>
                <a:cs typeface="Malgun Gothic"/>
              </a:defRPr>
            </a:pPr>
            <a:r>
              <a:rPr sz="2100" b="0">
                <a:solidFill>
                  <a:srgbClr val="182C38"/>
                </a:solidFill>
                <a:latin typeface="Malgun Gothic"/>
                <a:ea typeface="Malgun Gothic"/>
                <a:cs typeface="Malgun Gothic"/>
              </a:rPr>
              <a:t>XR 상호작용에 교육 절차 검증을 연결한 팀 프로젝트의 PPE Stage</a:t>
            </a:r>
          </a:p>
        </p:txBody>
      </p:sp>
    </p:spTree>
    <p:extLst>
      <p:ext uri="{BB962C8B-B14F-4D97-AF65-F5344CB8AC3E}">
        <p14:creationId xmlns:p14="http://schemas.microsoft.com/office/powerpoint/2010/main" val="825303823"/>
      </p:ext>
    </p:extLst>
  </p:cSld>
</p:sld>
</file>

<file path=ppt/slides/slide2.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A7323A2D-1C81-419D-9E59-B2178E03FD73}"/>
              </a:ext>
            </a:extLst>
          </p:cNvPr>
          <p:cNvCxnSpPr>
            <a:stCxn xmlns:a="http://schemas.openxmlformats.org/drawingml/2006/main" id="6" idx="2"/>
            <a:endCxn xmlns:a="http://schemas.openxmlformats.org/drawingml/2006/main" id="10" idx="0"/>
          </p:cNvCxnSpPr>
          <p:nvPr/>
        </p:nvCxnSpPr>
        <p:spPr>
          <a:xfrm xmlns:a="http://schemas.openxmlformats.org/drawingml/2006/main">
            <a:off x="9982200" y="2724150"/>
            <a:ext cx="0" cy="1085850"/>
          </a:xfrm>
          <a:prstGeom xmlns:a="http://schemas.openxmlformats.org/drawingml/2006/main" prst="straightConnector1">
            <a:avLst/>
          </a:prstGeom>
          <a:ln xmlns:a="http://schemas.openxmlformats.org/drawingml/2006/main" w="19050">
            <a:solidFill>
              <a:srgbClr val="166A88"/>
            </a:solidFill>
            <a:tailEnd type="triangle" w="med" len="med"/>
          </a:ln>
        </p:spPr>
      </p:cxnSp>
      <p:cxnSp>
        <p:nvCxnSpPr>
          <p:cNvPr id="11" name="">
            <a:extLst xmlns:a="http://schemas.openxmlformats.org/drawingml/2006/main">
              <a:ext uri="{FF2B5EF4-FFF2-40B4-BE49-F238E27FC236}">
                <a16:creationId xmlns:a16="http://schemas.microsoft.com/office/drawing/2014/main" id="{BD630F20-E23D-4AC3-B762-82802C563EE7}"/>
              </a:ext>
            </a:extLst>
          </p:cNvPr>
          <p:cNvCxnSpPr>
            <a:stCxn xmlns:a="http://schemas.openxmlformats.org/drawingml/2006/main" id="5" idx="2"/>
            <a:endCxn xmlns:a="http://schemas.openxmlformats.org/drawingml/2006/main" id="9" idx="0"/>
          </p:cNvCxnSpPr>
          <p:nvPr/>
        </p:nvCxnSpPr>
        <p:spPr>
          <a:xfrm xmlns:a="http://schemas.openxmlformats.org/drawingml/2006/main">
            <a:off x="6096000" y="2724150"/>
            <a:ext cx="0" cy="1085850"/>
          </a:xfrm>
          <a:prstGeom xmlns:a="http://schemas.openxmlformats.org/drawingml/2006/main" prst="straightConnector1">
            <a:avLst/>
          </a:prstGeom>
          <a:ln xmlns:a="http://schemas.openxmlformats.org/drawingml/2006/main" w="19050">
            <a:solidFill>
              <a:srgbClr val="166A88"/>
            </a:solidFill>
            <a:tailEnd type="triangle" w="med" len="med"/>
          </a:ln>
        </p:spPr>
      </p:cxnSp>
      <p:cxnSp>
        <p:nvCxnSpPr>
          <p:cNvPr id="8" name="">
            <a:extLst xmlns:a="http://schemas.openxmlformats.org/drawingml/2006/main">
              <a:ext uri="{FF2B5EF4-FFF2-40B4-BE49-F238E27FC236}">
                <a16:creationId xmlns:a16="http://schemas.microsoft.com/office/drawing/2014/main" id="{7EA12CC5-B376-4560-B748-8B1D56C0DF08}"/>
              </a:ext>
            </a:extLst>
          </p:cNvPr>
          <p:cNvCxnSpPr>
            <a:stCxn xmlns:a="http://schemas.openxmlformats.org/drawingml/2006/main" id="5" idx="3"/>
            <a:endCxn xmlns:a="http://schemas.openxmlformats.org/drawingml/2006/main" id="6" idx="1"/>
          </p:cNvCxnSpPr>
          <p:nvPr/>
        </p:nvCxnSpPr>
        <p:spPr>
          <a:xfrm xmlns:a="http://schemas.openxmlformats.org/drawingml/2006/main">
            <a:off x="7620000" y="2247900"/>
            <a:ext cx="838200" cy="0"/>
          </a:xfrm>
          <a:prstGeom xmlns:a="http://schemas.openxmlformats.org/drawingml/2006/main" prst="straightConnector1">
            <a:avLst/>
          </a:prstGeom>
          <a:ln xmlns:a="http://schemas.openxmlformats.org/drawingml/2006/main" w="19050">
            <a:solidFill>
              <a:srgbClr val="166A88"/>
            </a:solidFill>
            <a:tailEnd type="triangle" w="med" len="med"/>
          </a:ln>
        </p:spPr>
      </p:cxnSp>
      <p:cxnSp>
        <p:nvCxnSpPr>
          <p:cNvPr id="7" name="">
            <a:extLst xmlns:a="http://schemas.openxmlformats.org/drawingml/2006/main">
              <a:ext uri="{FF2B5EF4-FFF2-40B4-BE49-F238E27FC236}">
                <a16:creationId xmlns:a16="http://schemas.microsoft.com/office/drawing/2014/main" id="{D10C2832-152C-4F52-95F0-B8AABA78E2A0}"/>
              </a:ext>
            </a:extLst>
          </p:cNvPr>
          <p:cNvCxnSpPr>
            <a:stCxn xmlns:a="http://schemas.openxmlformats.org/drawingml/2006/main" id="4" idx="3"/>
            <a:endCxn xmlns:a="http://schemas.openxmlformats.org/drawingml/2006/main" id="5" idx="1"/>
          </p:cNvCxnSpPr>
          <p:nvPr/>
        </p:nvCxnSpPr>
        <p:spPr>
          <a:xfrm xmlns:a="http://schemas.openxmlformats.org/drawingml/2006/main">
            <a:off x="3733800" y="2247900"/>
            <a:ext cx="838200" cy="0"/>
          </a:xfrm>
          <a:prstGeom xmlns:a="http://schemas.openxmlformats.org/drawingml/2006/main" prst="straightConnector1">
            <a:avLst/>
          </a:prstGeom>
          <a:ln xmlns:a="http://schemas.openxmlformats.org/drawingml/2006/main" w="19050">
            <a:solidFill>
              <a:srgbClr val="166A88"/>
            </a:solidFill>
            <a:tailEnd type="triangle" w="med" len="med"/>
          </a:ln>
        </p:spPr>
      </p:cxnSp>
      <p:sp>
        <p:nvSpPr>
          <p:cNvPr id="15" name="title">
            <a:extLst xmlns:a="http://schemas.openxmlformats.org/drawingml/2006/main">
              <a:ext uri="{FF2B5EF4-FFF2-40B4-BE49-F238E27FC236}">
                <a16:creationId xmlns:a16="http://schemas.microsoft.com/office/drawing/2014/main" id="{9243C949-B8F9-457A-87A4-9F71DBB19678}"/>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C38"/>
                </a:solidFill>
                <a:latin typeface="Malgun Gothic"/>
                <a:ea typeface="Malgun Gothic"/>
                <a:cs typeface="Malgun Gothic"/>
              </a:defRPr>
            </a:defPPr>
            <a:lvl1pPr>
              <a:defRPr sz="3300" b="1">
                <a:solidFill>
                  <a:srgbClr val="182C38"/>
                </a:solidFill>
                <a:latin typeface="Malgun Gothic"/>
                <a:ea typeface="Malgun Gothic"/>
                <a:cs typeface="Malgun Gothic"/>
              </a:defRPr>
            </a:lvl1pPr>
            <a:lvl2pPr>
              <a:defRPr sz="3300" b="1">
                <a:solidFill>
                  <a:srgbClr val="182C38"/>
                </a:solidFill>
                <a:latin typeface="Malgun Gothic"/>
                <a:ea typeface="Malgun Gothic"/>
                <a:cs typeface="Malgun Gothic"/>
              </a:defRPr>
            </a:lvl2pPr>
            <a:lvl3pPr>
              <a:defRPr sz="3300" b="1">
                <a:solidFill>
                  <a:srgbClr val="182C38"/>
                </a:solidFill>
                <a:latin typeface="Malgun Gothic"/>
                <a:ea typeface="Malgun Gothic"/>
                <a:cs typeface="Malgun Gothic"/>
              </a:defRPr>
            </a:lvl3pPr>
            <a:lvl4pPr>
              <a:defRPr sz="3300" b="1">
                <a:solidFill>
                  <a:srgbClr val="182C38"/>
                </a:solidFill>
                <a:latin typeface="Malgun Gothic"/>
                <a:ea typeface="Malgun Gothic"/>
                <a:cs typeface="Malgun Gothic"/>
              </a:defRPr>
            </a:lvl4pPr>
            <a:lvl5pPr>
              <a:defRPr sz="3300" b="1">
                <a:solidFill>
                  <a:srgbClr val="182C38"/>
                </a:solidFill>
                <a:latin typeface="Malgun Gothic"/>
                <a:ea typeface="Malgun Gothic"/>
                <a:cs typeface="Malgun Gothic"/>
              </a:defRPr>
            </a:lvl5pPr>
            <a:lvl6pPr>
              <a:defRPr sz="3300" b="1">
                <a:solidFill>
                  <a:srgbClr val="182C38"/>
                </a:solidFill>
                <a:latin typeface="Malgun Gothic"/>
                <a:ea typeface="Malgun Gothic"/>
                <a:cs typeface="Malgun Gothic"/>
              </a:defRPr>
            </a:lvl6pPr>
            <a:lvl7pPr>
              <a:defRPr sz="3300" b="1">
                <a:solidFill>
                  <a:srgbClr val="182C38"/>
                </a:solidFill>
                <a:latin typeface="Malgun Gothic"/>
                <a:ea typeface="Malgun Gothic"/>
                <a:cs typeface="Malgun Gothic"/>
              </a:defRPr>
            </a:lvl7pPr>
            <a:lvl8pPr>
              <a:defRPr sz="3300" b="1">
                <a:solidFill>
                  <a:srgbClr val="182C38"/>
                </a:solidFill>
                <a:latin typeface="Malgun Gothic"/>
                <a:ea typeface="Malgun Gothic"/>
                <a:cs typeface="Malgun Gothic"/>
              </a:defRPr>
            </a:lvl8pPr>
            <a:lvl9pPr>
              <a:defRPr sz="3300" b="1">
                <a:solidFill>
                  <a:srgbClr val="182C38"/>
                </a:solidFill>
                <a:latin typeface="Malgun Gothic"/>
                <a:ea typeface="Malgun Gothic"/>
                <a:cs typeface="Malgun Gothic"/>
              </a:defRPr>
            </a:lvl9pPr>
          </a:lstStyle>
          <a:p xmlns:a="http://schemas.openxmlformats.org/drawingml/2006/main">
            <a:pPr>
              <a:defRPr sz="3300" b="1">
                <a:solidFill>
                  <a:srgbClr val="182C38"/>
                </a:solidFill>
                <a:latin typeface="Malgun Gothic"/>
                <a:ea typeface="Malgun Gothic"/>
                <a:cs typeface="Malgun Gothic"/>
              </a:defRPr>
            </a:pPr>
            <a:r>
              <a:rPr sz="3300" b="1">
                <a:solidFill>
                  <a:srgbClr val="182C38"/>
                </a:solidFill>
                <a:latin typeface="Malgun Gothic"/>
                <a:ea typeface="Malgun Gothic"/>
                <a:cs typeface="Malgun Gothic"/>
              </a:rPr>
              <a:t>교육 흐름과 Unity 프로젝트 아키텍처</a:t>
            </a:r>
          </a:p>
        </p:txBody>
      </p:sp>
      <p:sp>
        <p:nvSpPr>
          <p:cNvPr id="2" name="source">
            <a:extLst xmlns:a="http://schemas.openxmlformats.org/drawingml/2006/main">
              <a:ext uri="{FF2B5EF4-FFF2-40B4-BE49-F238E27FC236}">
                <a16:creationId xmlns:a16="http://schemas.microsoft.com/office/drawing/2014/main" id="{71FB59AC-E5D9-45FC-ACE7-EEB2344A8B3F}"/>
              </a:ext>
            </a:extLst>
          </p:cNvPr>
          <p:cNvSpPr>
            <a:spLocks xmlns:a="http://schemas.openxmlformats.org/drawingml/2006/main" noGrp="1"/>
          </p:cNvSpPr>
          <p:nvPr/>
        </p:nvSpPr>
        <p:spPr>
          <a:xfrm xmlns:a="http://schemas.openxmlformats.org/drawingml/2006/main">
            <a:off x="685800" y="638175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36E"/>
                </a:solidFill>
                <a:latin typeface="Malgun Gothic"/>
                <a:ea typeface="Malgun Gothic"/>
                <a:cs typeface="Malgun Gothic"/>
              </a:defRPr>
            </a:defPPr>
            <a:lvl1pPr>
              <a:defRPr sz="1200" b="0">
                <a:solidFill>
                  <a:srgbClr val="52636E"/>
                </a:solidFill>
                <a:latin typeface="Malgun Gothic"/>
                <a:ea typeface="Malgun Gothic"/>
                <a:cs typeface="Malgun Gothic"/>
              </a:defRPr>
            </a:lvl1pPr>
            <a:lvl2pPr>
              <a:defRPr sz="1200" b="0">
                <a:solidFill>
                  <a:srgbClr val="52636E"/>
                </a:solidFill>
                <a:latin typeface="Malgun Gothic"/>
                <a:ea typeface="Malgun Gothic"/>
                <a:cs typeface="Malgun Gothic"/>
              </a:defRPr>
            </a:lvl2pPr>
            <a:lvl3pPr>
              <a:defRPr sz="1200" b="0">
                <a:solidFill>
                  <a:srgbClr val="52636E"/>
                </a:solidFill>
                <a:latin typeface="Malgun Gothic"/>
                <a:ea typeface="Malgun Gothic"/>
                <a:cs typeface="Malgun Gothic"/>
              </a:defRPr>
            </a:lvl3pPr>
            <a:lvl4pPr>
              <a:defRPr sz="1200" b="0">
                <a:solidFill>
                  <a:srgbClr val="52636E"/>
                </a:solidFill>
                <a:latin typeface="Malgun Gothic"/>
                <a:ea typeface="Malgun Gothic"/>
                <a:cs typeface="Malgun Gothic"/>
              </a:defRPr>
            </a:lvl4pPr>
            <a:lvl5pPr>
              <a:defRPr sz="1200" b="0">
                <a:solidFill>
                  <a:srgbClr val="52636E"/>
                </a:solidFill>
                <a:latin typeface="Malgun Gothic"/>
                <a:ea typeface="Malgun Gothic"/>
                <a:cs typeface="Malgun Gothic"/>
              </a:defRPr>
            </a:lvl5pPr>
            <a:lvl6pPr>
              <a:defRPr sz="1200" b="0">
                <a:solidFill>
                  <a:srgbClr val="52636E"/>
                </a:solidFill>
                <a:latin typeface="Malgun Gothic"/>
                <a:ea typeface="Malgun Gothic"/>
                <a:cs typeface="Malgun Gothic"/>
              </a:defRPr>
            </a:lvl6pPr>
            <a:lvl7pPr>
              <a:defRPr sz="1200" b="0">
                <a:solidFill>
                  <a:srgbClr val="52636E"/>
                </a:solidFill>
                <a:latin typeface="Malgun Gothic"/>
                <a:ea typeface="Malgun Gothic"/>
                <a:cs typeface="Malgun Gothic"/>
              </a:defRPr>
            </a:lvl7pPr>
            <a:lvl8pPr>
              <a:defRPr sz="1200" b="0">
                <a:solidFill>
                  <a:srgbClr val="52636E"/>
                </a:solidFill>
                <a:latin typeface="Malgun Gothic"/>
                <a:ea typeface="Malgun Gothic"/>
                <a:cs typeface="Malgun Gothic"/>
              </a:defRPr>
            </a:lvl8pPr>
            <a:lvl9pPr>
              <a:defRPr sz="1200" b="0">
                <a:solidFill>
                  <a:srgbClr val="52636E"/>
                </a:solidFill>
                <a:latin typeface="Malgun Gothic"/>
                <a:ea typeface="Malgun Gothic"/>
                <a:cs typeface="Malgun Gothic"/>
              </a:defRPr>
            </a:lvl9pPr>
          </a:lstStyle>
          <a:p xmlns:a="http://schemas.openxmlformats.org/drawingml/2006/main">
            <a:pPr>
              <a:defRPr sz="1200" b="0">
                <a:solidFill>
                  <a:srgbClr val="52636E"/>
                </a:solidFill>
                <a:latin typeface="Malgun Gothic"/>
                <a:ea typeface="Malgun Gothic"/>
                <a:cs typeface="Malgun Gothic"/>
              </a:defRPr>
            </a:pPr>
            <a:r>
              <a:rPr sz="1200" b="0">
                <a:solidFill>
                  <a:srgbClr val="52636E"/>
                </a:solidFill>
                <a:latin typeface="Malgun Gothic"/>
                <a:ea typeface="Malgun Gothic"/>
                <a:cs typeface="Malgun Gothic"/>
              </a:rPr>
              <a:t>근거: 공용 XR 구조, Inventory 계약, PPE 완료 이벤트</a:t>
            </a:r>
          </a:p>
        </p:txBody>
      </p:sp>
      <p:sp>
        <p:nvSpPr>
          <p:cNvPr id="3" name="page">
            <a:extLst xmlns:a="http://schemas.openxmlformats.org/drawingml/2006/main">
              <a:ext uri="{FF2B5EF4-FFF2-40B4-BE49-F238E27FC236}">
                <a16:creationId xmlns:a16="http://schemas.microsoft.com/office/drawing/2014/main" id="{E596AE4F-17AC-497B-9166-8265048B1B97}"/>
              </a:ext>
            </a:extLst>
          </p:cNvPr>
          <p:cNvSpPr>
            <a:spLocks xmlns:a="http://schemas.openxmlformats.org/drawingml/2006/main" noGrp="1"/>
          </p:cNvSpPr>
          <p:nvPr/>
        </p:nvSpPr>
        <p:spPr>
          <a:xfrm xmlns:a="http://schemas.openxmlformats.org/drawingml/2006/main">
            <a:off x="11115675"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36E"/>
                </a:solidFill>
                <a:latin typeface="Malgun Gothic"/>
                <a:ea typeface="Malgun Gothic"/>
                <a:cs typeface="Malgun Gothic"/>
              </a:defRPr>
            </a:defPPr>
            <a:lvl1pPr>
              <a:defRPr sz="1500" b="0">
                <a:solidFill>
                  <a:srgbClr val="52636E"/>
                </a:solidFill>
                <a:latin typeface="Malgun Gothic"/>
                <a:ea typeface="Malgun Gothic"/>
                <a:cs typeface="Malgun Gothic"/>
              </a:defRPr>
            </a:lvl1pPr>
            <a:lvl2pPr>
              <a:defRPr sz="1500" b="0">
                <a:solidFill>
                  <a:srgbClr val="52636E"/>
                </a:solidFill>
                <a:latin typeface="Malgun Gothic"/>
                <a:ea typeface="Malgun Gothic"/>
                <a:cs typeface="Malgun Gothic"/>
              </a:defRPr>
            </a:lvl2pPr>
            <a:lvl3pPr>
              <a:defRPr sz="1500" b="0">
                <a:solidFill>
                  <a:srgbClr val="52636E"/>
                </a:solidFill>
                <a:latin typeface="Malgun Gothic"/>
                <a:ea typeface="Malgun Gothic"/>
                <a:cs typeface="Malgun Gothic"/>
              </a:defRPr>
            </a:lvl3pPr>
            <a:lvl4pPr>
              <a:defRPr sz="1500" b="0">
                <a:solidFill>
                  <a:srgbClr val="52636E"/>
                </a:solidFill>
                <a:latin typeface="Malgun Gothic"/>
                <a:ea typeface="Malgun Gothic"/>
                <a:cs typeface="Malgun Gothic"/>
              </a:defRPr>
            </a:lvl4pPr>
            <a:lvl5pPr>
              <a:defRPr sz="1500" b="0">
                <a:solidFill>
                  <a:srgbClr val="52636E"/>
                </a:solidFill>
                <a:latin typeface="Malgun Gothic"/>
                <a:ea typeface="Malgun Gothic"/>
                <a:cs typeface="Malgun Gothic"/>
              </a:defRPr>
            </a:lvl5pPr>
            <a:lvl6pPr>
              <a:defRPr sz="1500" b="0">
                <a:solidFill>
                  <a:srgbClr val="52636E"/>
                </a:solidFill>
                <a:latin typeface="Malgun Gothic"/>
                <a:ea typeface="Malgun Gothic"/>
                <a:cs typeface="Malgun Gothic"/>
              </a:defRPr>
            </a:lvl6pPr>
            <a:lvl7pPr>
              <a:defRPr sz="1500" b="0">
                <a:solidFill>
                  <a:srgbClr val="52636E"/>
                </a:solidFill>
                <a:latin typeface="Malgun Gothic"/>
                <a:ea typeface="Malgun Gothic"/>
                <a:cs typeface="Malgun Gothic"/>
              </a:defRPr>
            </a:lvl7pPr>
            <a:lvl8pPr>
              <a:defRPr sz="1500" b="0">
                <a:solidFill>
                  <a:srgbClr val="52636E"/>
                </a:solidFill>
                <a:latin typeface="Malgun Gothic"/>
                <a:ea typeface="Malgun Gothic"/>
                <a:cs typeface="Malgun Gothic"/>
              </a:defRPr>
            </a:lvl8pPr>
            <a:lvl9pPr>
              <a:defRPr sz="1500" b="0">
                <a:solidFill>
                  <a:srgbClr val="52636E"/>
                </a:solidFill>
                <a:latin typeface="Malgun Gothic"/>
                <a:ea typeface="Malgun Gothic"/>
                <a:cs typeface="Malgun Gothic"/>
              </a:defRPr>
            </a:lvl9pPr>
          </a:lstStyle>
          <a:p xmlns:a="http://schemas.openxmlformats.org/drawingml/2006/main">
            <a:pPr>
              <a:defRPr sz="1500" b="0">
                <a:solidFill>
                  <a:srgbClr val="52636E"/>
                </a:solidFill>
                <a:latin typeface="Malgun Gothic"/>
                <a:ea typeface="Malgun Gothic"/>
                <a:cs typeface="Malgun Gothic"/>
              </a:defRPr>
            </a:pPr>
            <a:r>
              <a:rPr sz="1500" b="0">
                <a:solidFill>
                  <a:srgbClr val="52636E"/>
                </a:solidFill>
                <a:latin typeface="Malgun Gothic"/>
                <a:ea typeface="Malgun Gothic"/>
                <a:cs typeface="Malgun Gothic"/>
              </a:rPr>
              <a:t>02</a:t>
            </a:r>
          </a:p>
        </p:txBody>
      </p:sp>
      <p:sp>
        <p:nvSpPr>
          <p:cNvPr id="4" name="App / Shared XR&#10;입력과 Scene 흐름">
            <a:extLst xmlns:a="http://schemas.openxmlformats.org/drawingml/2006/main">
              <a:ext uri="{FF2B5EF4-FFF2-40B4-BE49-F238E27FC236}">
                <a16:creationId xmlns:a16="http://schemas.microsoft.com/office/drawing/2014/main" id="{43A7F262-D4E8-4370-8001-4C73815BC8BE}"/>
              </a:ext>
            </a:extLst>
          </p:cNvPr>
          <p:cNvSpPr>
            <a:spLocks xmlns:a="http://schemas.openxmlformats.org/drawingml/2006/main" noGrp="1"/>
          </p:cNvSpPr>
          <p:nvPr/>
        </p:nvSpPr>
        <p:spPr>
          <a:xfrm xmlns:a="http://schemas.openxmlformats.org/drawingml/2006/main">
            <a:off x="685800" y="1771650"/>
            <a:ext cx="3048000" cy="952500"/>
          </a:xfrm>
          <a:prstGeom xmlns:a="http://schemas.openxmlformats.org/drawingml/2006/main" prst="rect">
            <a:avLst/>
          </a:prstGeom>
          <a:solidFill xmlns:a="http://schemas.openxmlformats.org/drawingml/2006/main">
            <a:srgbClr val="E9F1F3"/>
          </a:solidFill>
          <a:ln xmlns:a="http://schemas.openxmlformats.org/drawingml/2006/main" w="12383">
            <a:solidFill>
              <a:srgbClr val="B8CBD2"/>
            </a:solidFill>
          </a:ln>
        </p:spPr>
        <p:txBody>
          <a:bodyPr xmlns:a="http://schemas.openxmlformats.org/drawingml/2006/main" lIns="114300" tIns="114300" rIns="114300" bIns="114300" anchor="ctr"/>
          <a:lstStyle xmlns:a="http://schemas.openxmlformats.org/drawingml/2006/main">
            <a:defPPr algn="ctr">
              <a:defRPr sz="1800">
                <a:solidFill>
                  <a:srgbClr val="182C38"/>
                </a:solidFill>
                <a:latin typeface="Malgun Gothic"/>
                <a:ea typeface="Malgun Gothic"/>
                <a:cs typeface="Malgun Gothic"/>
              </a:defRPr>
            </a:defPPr>
            <a:lvl1pPr algn="ctr">
              <a:defRPr sz="1800">
                <a:solidFill>
                  <a:srgbClr val="182C38"/>
                </a:solidFill>
                <a:latin typeface="Malgun Gothic"/>
                <a:ea typeface="Malgun Gothic"/>
                <a:cs typeface="Malgun Gothic"/>
              </a:defRPr>
            </a:lvl1pPr>
            <a:lvl2pPr algn="ctr">
              <a:defRPr sz="1800">
                <a:solidFill>
                  <a:srgbClr val="182C38"/>
                </a:solidFill>
                <a:latin typeface="Malgun Gothic"/>
                <a:ea typeface="Malgun Gothic"/>
                <a:cs typeface="Malgun Gothic"/>
              </a:defRPr>
            </a:lvl2pPr>
            <a:lvl3pPr algn="ctr">
              <a:defRPr sz="1800">
                <a:solidFill>
                  <a:srgbClr val="182C38"/>
                </a:solidFill>
                <a:latin typeface="Malgun Gothic"/>
                <a:ea typeface="Malgun Gothic"/>
                <a:cs typeface="Malgun Gothic"/>
              </a:defRPr>
            </a:lvl3pPr>
            <a:lvl4pPr algn="ctr">
              <a:defRPr sz="1800">
                <a:solidFill>
                  <a:srgbClr val="182C38"/>
                </a:solidFill>
                <a:latin typeface="Malgun Gothic"/>
                <a:ea typeface="Malgun Gothic"/>
                <a:cs typeface="Malgun Gothic"/>
              </a:defRPr>
            </a:lvl4pPr>
            <a:lvl5pPr algn="ctr">
              <a:defRPr sz="1800">
                <a:solidFill>
                  <a:srgbClr val="182C38"/>
                </a:solidFill>
                <a:latin typeface="Malgun Gothic"/>
                <a:ea typeface="Malgun Gothic"/>
                <a:cs typeface="Malgun Gothic"/>
              </a:defRPr>
            </a:lvl5pPr>
            <a:lvl6pPr algn="ctr">
              <a:defRPr sz="1800">
                <a:solidFill>
                  <a:srgbClr val="182C38"/>
                </a:solidFill>
                <a:latin typeface="Malgun Gothic"/>
                <a:ea typeface="Malgun Gothic"/>
                <a:cs typeface="Malgun Gothic"/>
              </a:defRPr>
            </a:lvl6pPr>
            <a:lvl7pPr algn="ctr">
              <a:defRPr sz="1800">
                <a:solidFill>
                  <a:srgbClr val="182C38"/>
                </a:solidFill>
                <a:latin typeface="Malgun Gothic"/>
                <a:ea typeface="Malgun Gothic"/>
                <a:cs typeface="Malgun Gothic"/>
              </a:defRPr>
            </a:lvl7pPr>
            <a:lvl8pPr algn="ctr">
              <a:defRPr sz="1800">
                <a:solidFill>
                  <a:srgbClr val="182C38"/>
                </a:solidFill>
                <a:latin typeface="Malgun Gothic"/>
                <a:ea typeface="Malgun Gothic"/>
                <a:cs typeface="Malgun Gothic"/>
              </a:defRPr>
            </a:lvl8pPr>
            <a:lvl9pPr algn="ctr">
              <a:defRPr sz="1800">
                <a:solidFill>
                  <a:srgbClr val="182C38"/>
                </a:solidFill>
                <a:latin typeface="Malgun Gothic"/>
                <a:ea typeface="Malgun Gothic"/>
                <a:cs typeface="Malgun Gothic"/>
              </a:defRPr>
            </a:lvl9pPr>
          </a:lstStyle>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App / Shared XR</a:t>
            </a:r>
          </a:p>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입력과 Scene 흐름</a:t>
            </a:r>
          </a:p>
        </p:txBody>
      </p:sp>
      <p:sp>
        <p:nvSpPr>
          <p:cNvPr id="5" name="PPE Stage&#10;상호작용과 교육 상태">
            <a:extLst xmlns:a="http://schemas.openxmlformats.org/drawingml/2006/main">
              <a:ext uri="{FF2B5EF4-FFF2-40B4-BE49-F238E27FC236}">
                <a16:creationId xmlns:a16="http://schemas.microsoft.com/office/drawing/2014/main" id="{2CCE361B-0C25-47EB-8C99-F984F72677BA}"/>
              </a:ext>
            </a:extLst>
          </p:cNvPr>
          <p:cNvSpPr>
            <a:spLocks xmlns:a="http://schemas.openxmlformats.org/drawingml/2006/main" noGrp="1"/>
          </p:cNvSpPr>
          <p:nvPr/>
        </p:nvSpPr>
        <p:spPr>
          <a:xfrm xmlns:a="http://schemas.openxmlformats.org/drawingml/2006/main">
            <a:off x="4572000" y="1771650"/>
            <a:ext cx="3048000" cy="952500"/>
          </a:xfrm>
          <a:prstGeom xmlns:a="http://schemas.openxmlformats.org/drawingml/2006/main" prst="rect">
            <a:avLst/>
          </a:prstGeom>
          <a:solidFill xmlns:a="http://schemas.openxmlformats.org/drawingml/2006/main">
            <a:srgbClr val="E9F1F3"/>
          </a:solidFill>
          <a:ln xmlns:a="http://schemas.openxmlformats.org/drawingml/2006/main" w="12383">
            <a:solidFill>
              <a:srgbClr val="B8CBD2"/>
            </a:solidFill>
          </a:ln>
        </p:spPr>
        <p:txBody>
          <a:bodyPr xmlns:a="http://schemas.openxmlformats.org/drawingml/2006/main" lIns="114300" tIns="114300" rIns="114300" bIns="114300" anchor="ctr"/>
          <a:lstStyle xmlns:a="http://schemas.openxmlformats.org/drawingml/2006/main">
            <a:defPPr algn="ctr">
              <a:defRPr sz="1800">
                <a:solidFill>
                  <a:srgbClr val="182C38"/>
                </a:solidFill>
                <a:latin typeface="Malgun Gothic"/>
                <a:ea typeface="Malgun Gothic"/>
                <a:cs typeface="Malgun Gothic"/>
              </a:defRPr>
            </a:defPPr>
            <a:lvl1pPr algn="ctr">
              <a:defRPr sz="1800">
                <a:solidFill>
                  <a:srgbClr val="182C38"/>
                </a:solidFill>
                <a:latin typeface="Malgun Gothic"/>
                <a:ea typeface="Malgun Gothic"/>
                <a:cs typeface="Malgun Gothic"/>
              </a:defRPr>
            </a:lvl1pPr>
            <a:lvl2pPr algn="ctr">
              <a:defRPr sz="1800">
                <a:solidFill>
                  <a:srgbClr val="182C38"/>
                </a:solidFill>
                <a:latin typeface="Malgun Gothic"/>
                <a:ea typeface="Malgun Gothic"/>
                <a:cs typeface="Malgun Gothic"/>
              </a:defRPr>
            </a:lvl2pPr>
            <a:lvl3pPr algn="ctr">
              <a:defRPr sz="1800">
                <a:solidFill>
                  <a:srgbClr val="182C38"/>
                </a:solidFill>
                <a:latin typeface="Malgun Gothic"/>
                <a:ea typeface="Malgun Gothic"/>
                <a:cs typeface="Malgun Gothic"/>
              </a:defRPr>
            </a:lvl3pPr>
            <a:lvl4pPr algn="ctr">
              <a:defRPr sz="1800">
                <a:solidFill>
                  <a:srgbClr val="182C38"/>
                </a:solidFill>
                <a:latin typeface="Malgun Gothic"/>
                <a:ea typeface="Malgun Gothic"/>
                <a:cs typeface="Malgun Gothic"/>
              </a:defRPr>
            </a:lvl4pPr>
            <a:lvl5pPr algn="ctr">
              <a:defRPr sz="1800">
                <a:solidFill>
                  <a:srgbClr val="182C38"/>
                </a:solidFill>
                <a:latin typeface="Malgun Gothic"/>
                <a:ea typeface="Malgun Gothic"/>
                <a:cs typeface="Malgun Gothic"/>
              </a:defRPr>
            </a:lvl5pPr>
            <a:lvl6pPr algn="ctr">
              <a:defRPr sz="1800">
                <a:solidFill>
                  <a:srgbClr val="182C38"/>
                </a:solidFill>
                <a:latin typeface="Malgun Gothic"/>
                <a:ea typeface="Malgun Gothic"/>
                <a:cs typeface="Malgun Gothic"/>
              </a:defRPr>
            </a:lvl6pPr>
            <a:lvl7pPr algn="ctr">
              <a:defRPr sz="1800">
                <a:solidFill>
                  <a:srgbClr val="182C38"/>
                </a:solidFill>
                <a:latin typeface="Malgun Gothic"/>
                <a:ea typeface="Malgun Gothic"/>
                <a:cs typeface="Malgun Gothic"/>
              </a:defRPr>
            </a:lvl7pPr>
            <a:lvl8pPr algn="ctr">
              <a:defRPr sz="1800">
                <a:solidFill>
                  <a:srgbClr val="182C38"/>
                </a:solidFill>
                <a:latin typeface="Malgun Gothic"/>
                <a:ea typeface="Malgun Gothic"/>
                <a:cs typeface="Malgun Gothic"/>
              </a:defRPr>
            </a:lvl8pPr>
            <a:lvl9pPr algn="ctr">
              <a:defRPr sz="1800">
                <a:solidFill>
                  <a:srgbClr val="182C38"/>
                </a:solidFill>
                <a:latin typeface="Malgun Gothic"/>
                <a:ea typeface="Malgun Gothic"/>
                <a:cs typeface="Malgun Gothic"/>
              </a:defRPr>
            </a:lvl9pPr>
          </a:lstStyle>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PPE Stage</a:t>
            </a:r>
          </a:p>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상호작용과 교육 상태</a:t>
            </a:r>
          </a:p>
        </p:txBody>
      </p:sp>
      <p:sp>
        <p:nvSpPr>
          <p:cNvPr id="6" name="상태·완료 이벤트&#10;공용 시스템 전달">
            <a:extLst xmlns:a="http://schemas.openxmlformats.org/drawingml/2006/main">
              <a:ext uri="{FF2B5EF4-FFF2-40B4-BE49-F238E27FC236}">
                <a16:creationId xmlns:a16="http://schemas.microsoft.com/office/drawing/2014/main" id="{1DBEBADB-7ACE-41FA-AA3D-58A43FC5020F}"/>
              </a:ext>
            </a:extLst>
          </p:cNvPr>
          <p:cNvSpPr>
            <a:spLocks xmlns:a="http://schemas.openxmlformats.org/drawingml/2006/main" noGrp="1"/>
          </p:cNvSpPr>
          <p:nvPr/>
        </p:nvSpPr>
        <p:spPr>
          <a:xfrm xmlns:a="http://schemas.openxmlformats.org/drawingml/2006/main">
            <a:off x="8458200" y="1771650"/>
            <a:ext cx="3048000" cy="952500"/>
          </a:xfrm>
          <a:prstGeom xmlns:a="http://schemas.openxmlformats.org/drawingml/2006/main" prst="rect">
            <a:avLst/>
          </a:prstGeom>
          <a:solidFill xmlns:a="http://schemas.openxmlformats.org/drawingml/2006/main">
            <a:srgbClr val="E9F1F3"/>
          </a:solidFill>
          <a:ln xmlns:a="http://schemas.openxmlformats.org/drawingml/2006/main" w="12383">
            <a:solidFill>
              <a:srgbClr val="B8CBD2"/>
            </a:solidFill>
          </a:ln>
        </p:spPr>
        <p:txBody>
          <a:bodyPr xmlns:a="http://schemas.openxmlformats.org/drawingml/2006/main" lIns="114300" tIns="114300" rIns="114300" bIns="114300" anchor="ctr"/>
          <a:lstStyle xmlns:a="http://schemas.openxmlformats.org/drawingml/2006/main">
            <a:defPPr algn="ctr">
              <a:defRPr sz="1800">
                <a:solidFill>
                  <a:srgbClr val="182C38"/>
                </a:solidFill>
                <a:latin typeface="Malgun Gothic"/>
                <a:ea typeface="Malgun Gothic"/>
                <a:cs typeface="Malgun Gothic"/>
              </a:defRPr>
            </a:defPPr>
            <a:lvl1pPr algn="ctr">
              <a:defRPr sz="1800">
                <a:solidFill>
                  <a:srgbClr val="182C38"/>
                </a:solidFill>
                <a:latin typeface="Malgun Gothic"/>
                <a:ea typeface="Malgun Gothic"/>
                <a:cs typeface="Malgun Gothic"/>
              </a:defRPr>
            </a:lvl1pPr>
            <a:lvl2pPr algn="ctr">
              <a:defRPr sz="1800">
                <a:solidFill>
                  <a:srgbClr val="182C38"/>
                </a:solidFill>
                <a:latin typeface="Malgun Gothic"/>
                <a:ea typeface="Malgun Gothic"/>
                <a:cs typeface="Malgun Gothic"/>
              </a:defRPr>
            </a:lvl2pPr>
            <a:lvl3pPr algn="ctr">
              <a:defRPr sz="1800">
                <a:solidFill>
                  <a:srgbClr val="182C38"/>
                </a:solidFill>
                <a:latin typeface="Malgun Gothic"/>
                <a:ea typeface="Malgun Gothic"/>
                <a:cs typeface="Malgun Gothic"/>
              </a:defRPr>
            </a:lvl3pPr>
            <a:lvl4pPr algn="ctr">
              <a:defRPr sz="1800">
                <a:solidFill>
                  <a:srgbClr val="182C38"/>
                </a:solidFill>
                <a:latin typeface="Malgun Gothic"/>
                <a:ea typeface="Malgun Gothic"/>
                <a:cs typeface="Malgun Gothic"/>
              </a:defRPr>
            </a:lvl4pPr>
            <a:lvl5pPr algn="ctr">
              <a:defRPr sz="1800">
                <a:solidFill>
                  <a:srgbClr val="182C38"/>
                </a:solidFill>
                <a:latin typeface="Malgun Gothic"/>
                <a:ea typeface="Malgun Gothic"/>
                <a:cs typeface="Malgun Gothic"/>
              </a:defRPr>
            </a:lvl5pPr>
            <a:lvl6pPr algn="ctr">
              <a:defRPr sz="1800">
                <a:solidFill>
                  <a:srgbClr val="182C38"/>
                </a:solidFill>
                <a:latin typeface="Malgun Gothic"/>
                <a:ea typeface="Malgun Gothic"/>
                <a:cs typeface="Malgun Gothic"/>
              </a:defRPr>
            </a:lvl6pPr>
            <a:lvl7pPr algn="ctr">
              <a:defRPr sz="1800">
                <a:solidFill>
                  <a:srgbClr val="182C38"/>
                </a:solidFill>
                <a:latin typeface="Malgun Gothic"/>
                <a:ea typeface="Malgun Gothic"/>
                <a:cs typeface="Malgun Gothic"/>
              </a:defRPr>
            </a:lvl7pPr>
            <a:lvl8pPr algn="ctr">
              <a:defRPr sz="1800">
                <a:solidFill>
                  <a:srgbClr val="182C38"/>
                </a:solidFill>
                <a:latin typeface="Malgun Gothic"/>
                <a:ea typeface="Malgun Gothic"/>
                <a:cs typeface="Malgun Gothic"/>
              </a:defRPr>
            </a:lvl8pPr>
            <a:lvl9pPr algn="ctr">
              <a:defRPr sz="1800">
                <a:solidFill>
                  <a:srgbClr val="182C38"/>
                </a:solidFill>
                <a:latin typeface="Malgun Gothic"/>
                <a:ea typeface="Malgun Gothic"/>
                <a:cs typeface="Malgun Gothic"/>
              </a:defRPr>
            </a:lvl9pPr>
          </a:lstStyle>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상태·완료 이벤트</a:t>
            </a:r>
          </a:p>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공용 시스템 전달</a:t>
            </a:r>
          </a:p>
        </p:txBody>
      </p:sp>
      <p:sp>
        <p:nvSpPr>
          <p:cNvPr id="9" name="장비 ID / 수량&#10;Session Inventory">
            <a:extLst xmlns:a="http://schemas.openxmlformats.org/drawingml/2006/main">
              <a:ext uri="{FF2B5EF4-FFF2-40B4-BE49-F238E27FC236}">
                <a16:creationId xmlns:a16="http://schemas.microsoft.com/office/drawing/2014/main" id="{C36C16A5-917E-4C78-B2F2-632A481A9021}"/>
              </a:ext>
            </a:extLst>
          </p:cNvPr>
          <p:cNvSpPr>
            <a:spLocks xmlns:a="http://schemas.openxmlformats.org/drawingml/2006/main" noGrp="1"/>
          </p:cNvSpPr>
          <p:nvPr/>
        </p:nvSpPr>
        <p:spPr>
          <a:xfrm xmlns:a="http://schemas.openxmlformats.org/drawingml/2006/main">
            <a:off x="4572000" y="3810000"/>
            <a:ext cx="3048000" cy="952500"/>
          </a:xfrm>
          <a:prstGeom xmlns:a="http://schemas.openxmlformats.org/drawingml/2006/main" prst="rect">
            <a:avLst/>
          </a:prstGeom>
          <a:solidFill xmlns:a="http://schemas.openxmlformats.org/drawingml/2006/main">
            <a:srgbClr val="E9F1F3"/>
          </a:solidFill>
          <a:ln xmlns:a="http://schemas.openxmlformats.org/drawingml/2006/main" w="12383">
            <a:solidFill>
              <a:srgbClr val="B8CBD2"/>
            </a:solidFill>
          </a:ln>
        </p:spPr>
        <p:txBody>
          <a:bodyPr xmlns:a="http://schemas.openxmlformats.org/drawingml/2006/main" lIns="114300" tIns="114300" rIns="114300" bIns="114300" anchor="ctr"/>
          <a:lstStyle xmlns:a="http://schemas.openxmlformats.org/drawingml/2006/main">
            <a:defPPr algn="ctr">
              <a:defRPr sz="1800">
                <a:solidFill>
                  <a:srgbClr val="182C38"/>
                </a:solidFill>
                <a:latin typeface="Malgun Gothic"/>
                <a:ea typeface="Malgun Gothic"/>
                <a:cs typeface="Malgun Gothic"/>
              </a:defRPr>
            </a:defPPr>
            <a:lvl1pPr algn="ctr">
              <a:defRPr sz="1800">
                <a:solidFill>
                  <a:srgbClr val="182C38"/>
                </a:solidFill>
                <a:latin typeface="Malgun Gothic"/>
                <a:ea typeface="Malgun Gothic"/>
                <a:cs typeface="Malgun Gothic"/>
              </a:defRPr>
            </a:lvl1pPr>
            <a:lvl2pPr algn="ctr">
              <a:defRPr sz="1800">
                <a:solidFill>
                  <a:srgbClr val="182C38"/>
                </a:solidFill>
                <a:latin typeface="Malgun Gothic"/>
                <a:ea typeface="Malgun Gothic"/>
                <a:cs typeface="Malgun Gothic"/>
              </a:defRPr>
            </a:lvl2pPr>
            <a:lvl3pPr algn="ctr">
              <a:defRPr sz="1800">
                <a:solidFill>
                  <a:srgbClr val="182C38"/>
                </a:solidFill>
                <a:latin typeface="Malgun Gothic"/>
                <a:ea typeface="Malgun Gothic"/>
                <a:cs typeface="Malgun Gothic"/>
              </a:defRPr>
            </a:lvl3pPr>
            <a:lvl4pPr algn="ctr">
              <a:defRPr sz="1800">
                <a:solidFill>
                  <a:srgbClr val="182C38"/>
                </a:solidFill>
                <a:latin typeface="Malgun Gothic"/>
                <a:ea typeface="Malgun Gothic"/>
                <a:cs typeface="Malgun Gothic"/>
              </a:defRPr>
            </a:lvl4pPr>
            <a:lvl5pPr algn="ctr">
              <a:defRPr sz="1800">
                <a:solidFill>
                  <a:srgbClr val="182C38"/>
                </a:solidFill>
                <a:latin typeface="Malgun Gothic"/>
                <a:ea typeface="Malgun Gothic"/>
                <a:cs typeface="Malgun Gothic"/>
              </a:defRPr>
            </a:lvl5pPr>
            <a:lvl6pPr algn="ctr">
              <a:defRPr sz="1800">
                <a:solidFill>
                  <a:srgbClr val="182C38"/>
                </a:solidFill>
                <a:latin typeface="Malgun Gothic"/>
                <a:ea typeface="Malgun Gothic"/>
                <a:cs typeface="Malgun Gothic"/>
              </a:defRPr>
            </a:lvl6pPr>
            <a:lvl7pPr algn="ctr">
              <a:defRPr sz="1800">
                <a:solidFill>
                  <a:srgbClr val="182C38"/>
                </a:solidFill>
                <a:latin typeface="Malgun Gothic"/>
                <a:ea typeface="Malgun Gothic"/>
                <a:cs typeface="Malgun Gothic"/>
              </a:defRPr>
            </a:lvl7pPr>
            <a:lvl8pPr algn="ctr">
              <a:defRPr sz="1800">
                <a:solidFill>
                  <a:srgbClr val="182C38"/>
                </a:solidFill>
                <a:latin typeface="Malgun Gothic"/>
                <a:ea typeface="Malgun Gothic"/>
                <a:cs typeface="Malgun Gothic"/>
              </a:defRPr>
            </a:lvl8pPr>
            <a:lvl9pPr algn="ctr">
              <a:defRPr sz="1800">
                <a:solidFill>
                  <a:srgbClr val="182C38"/>
                </a:solidFill>
                <a:latin typeface="Malgun Gothic"/>
                <a:ea typeface="Malgun Gothic"/>
                <a:cs typeface="Malgun Gothic"/>
              </a:defRPr>
            </a:lvl9pPr>
          </a:lstStyle>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장비 ID / 수량</a:t>
            </a:r>
          </a:p>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Session Inventory</a:t>
            </a:r>
          </a:p>
        </p:txBody>
      </p:sp>
      <p:sp>
        <p:nvSpPr>
          <p:cNvPr id="10" name="다음 Stage&#10;PreEntry / LeakResponse">
            <a:extLst xmlns:a="http://schemas.openxmlformats.org/drawingml/2006/main">
              <a:ext uri="{FF2B5EF4-FFF2-40B4-BE49-F238E27FC236}">
                <a16:creationId xmlns:a16="http://schemas.microsoft.com/office/drawing/2014/main" id="{91379CD3-8BC6-4465-A048-CAAEAC742423}"/>
              </a:ext>
            </a:extLst>
          </p:cNvPr>
          <p:cNvSpPr>
            <a:spLocks xmlns:a="http://schemas.openxmlformats.org/drawingml/2006/main" noGrp="1"/>
          </p:cNvSpPr>
          <p:nvPr/>
        </p:nvSpPr>
        <p:spPr>
          <a:xfrm xmlns:a="http://schemas.openxmlformats.org/drawingml/2006/main">
            <a:off x="8458200" y="3810000"/>
            <a:ext cx="3048000" cy="952500"/>
          </a:xfrm>
          <a:prstGeom xmlns:a="http://schemas.openxmlformats.org/drawingml/2006/main" prst="rect">
            <a:avLst/>
          </a:prstGeom>
          <a:solidFill xmlns:a="http://schemas.openxmlformats.org/drawingml/2006/main">
            <a:srgbClr val="E9F1F3"/>
          </a:solidFill>
          <a:ln xmlns:a="http://schemas.openxmlformats.org/drawingml/2006/main" w="12383">
            <a:solidFill>
              <a:srgbClr val="B8CBD2"/>
            </a:solidFill>
          </a:ln>
        </p:spPr>
        <p:txBody>
          <a:bodyPr xmlns:a="http://schemas.openxmlformats.org/drawingml/2006/main" lIns="114300" tIns="114300" rIns="114300" bIns="114300" anchor="ctr"/>
          <a:lstStyle xmlns:a="http://schemas.openxmlformats.org/drawingml/2006/main">
            <a:defPPr algn="ctr">
              <a:defRPr sz="1800">
                <a:solidFill>
                  <a:srgbClr val="182C38"/>
                </a:solidFill>
                <a:latin typeface="Malgun Gothic"/>
                <a:ea typeface="Malgun Gothic"/>
                <a:cs typeface="Malgun Gothic"/>
              </a:defRPr>
            </a:defPPr>
            <a:lvl1pPr algn="ctr">
              <a:defRPr sz="1800">
                <a:solidFill>
                  <a:srgbClr val="182C38"/>
                </a:solidFill>
                <a:latin typeface="Malgun Gothic"/>
                <a:ea typeface="Malgun Gothic"/>
                <a:cs typeface="Malgun Gothic"/>
              </a:defRPr>
            </a:lvl1pPr>
            <a:lvl2pPr algn="ctr">
              <a:defRPr sz="1800">
                <a:solidFill>
                  <a:srgbClr val="182C38"/>
                </a:solidFill>
                <a:latin typeface="Malgun Gothic"/>
                <a:ea typeface="Malgun Gothic"/>
                <a:cs typeface="Malgun Gothic"/>
              </a:defRPr>
            </a:lvl2pPr>
            <a:lvl3pPr algn="ctr">
              <a:defRPr sz="1800">
                <a:solidFill>
                  <a:srgbClr val="182C38"/>
                </a:solidFill>
                <a:latin typeface="Malgun Gothic"/>
                <a:ea typeface="Malgun Gothic"/>
                <a:cs typeface="Malgun Gothic"/>
              </a:defRPr>
            </a:lvl3pPr>
            <a:lvl4pPr algn="ctr">
              <a:defRPr sz="1800">
                <a:solidFill>
                  <a:srgbClr val="182C38"/>
                </a:solidFill>
                <a:latin typeface="Malgun Gothic"/>
                <a:ea typeface="Malgun Gothic"/>
                <a:cs typeface="Malgun Gothic"/>
              </a:defRPr>
            </a:lvl4pPr>
            <a:lvl5pPr algn="ctr">
              <a:defRPr sz="1800">
                <a:solidFill>
                  <a:srgbClr val="182C38"/>
                </a:solidFill>
                <a:latin typeface="Malgun Gothic"/>
                <a:ea typeface="Malgun Gothic"/>
                <a:cs typeface="Malgun Gothic"/>
              </a:defRPr>
            </a:lvl5pPr>
            <a:lvl6pPr algn="ctr">
              <a:defRPr sz="1800">
                <a:solidFill>
                  <a:srgbClr val="182C38"/>
                </a:solidFill>
                <a:latin typeface="Malgun Gothic"/>
                <a:ea typeface="Malgun Gothic"/>
                <a:cs typeface="Malgun Gothic"/>
              </a:defRPr>
            </a:lvl6pPr>
            <a:lvl7pPr algn="ctr">
              <a:defRPr sz="1800">
                <a:solidFill>
                  <a:srgbClr val="182C38"/>
                </a:solidFill>
                <a:latin typeface="Malgun Gothic"/>
                <a:ea typeface="Malgun Gothic"/>
                <a:cs typeface="Malgun Gothic"/>
              </a:defRPr>
            </a:lvl7pPr>
            <a:lvl8pPr algn="ctr">
              <a:defRPr sz="1800">
                <a:solidFill>
                  <a:srgbClr val="182C38"/>
                </a:solidFill>
                <a:latin typeface="Malgun Gothic"/>
                <a:ea typeface="Malgun Gothic"/>
                <a:cs typeface="Malgun Gothic"/>
              </a:defRPr>
            </a:lvl8pPr>
            <a:lvl9pPr algn="ctr">
              <a:defRPr sz="1800">
                <a:solidFill>
                  <a:srgbClr val="182C38"/>
                </a:solidFill>
                <a:latin typeface="Malgun Gothic"/>
                <a:ea typeface="Malgun Gothic"/>
                <a:cs typeface="Malgun Gothic"/>
              </a:defRPr>
            </a:lvl9pPr>
          </a:lstStyle>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다음 Stage</a:t>
            </a:r>
          </a:p>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PreEntry / LeakResponse</a:t>
            </a:r>
          </a:p>
        </p:txBody>
      </p:sp>
      <p:sp>
        <p:nvSpPr>
          <p:cNvPr id="13" name="text">
            <a:extLst xmlns:a="http://schemas.openxmlformats.org/drawingml/2006/main">
              <a:ext uri="{FF2B5EF4-FFF2-40B4-BE49-F238E27FC236}">
                <a16:creationId xmlns:a16="http://schemas.microsoft.com/office/drawing/2014/main" id="{EBC4AB28-94A5-43D0-8C67-8BCBAB0D8673}"/>
              </a:ext>
            </a:extLst>
          </p:cNvPr>
          <p:cNvSpPr>
            <a:spLocks xmlns:a="http://schemas.openxmlformats.org/drawingml/2006/main" noGrp="1"/>
          </p:cNvSpPr>
          <p:nvPr/>
        </p:nvSpPr>
        <p:spPr>
          <a:xfrm xmlns:a="http://schemas.openxmlformats.org/drawingml/2006/main">
            <a:off x="685800" y="3714750"/>
            <a:ext cx="304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66A88"/>
                </a:solidFill>
                <a:latin typeface="Malgun Gothic"/>
                <a:ea typeface="Malgun Gothic"/>
                <a:cs typeface="Malgun Gothic"/>
              </a:defRPr>
            </a:defPPr>
            <a:lvl1pPr>
              <a:defRPr sz="2100" b="1">
                <a:solidFill>
                  <a:srgbClr val="166A88"/>
                </a:solidFill>
                <a:latin typeface="Malgun Gothic"/>
                <a:ea typeface="Malgun Gothic"/>
                <a:cs typeface="Malgun Gothic"/>
              </a:defRPr>
            </a:lvl1pPr>
            <a:lvl2pPr>
              <a:defRPr sz="2100" b="1">
                <a:solidFill>
                  <a:srgbClr val="166A88"/>
                </a:solidFill>
                <a:latin typeface="Malgun Gothic"/>
                <a:ea typeface="Malgun Gothic"/>
                <a:cs typeface="Malgun Gothic"/>
              </a:defRPr>
            </a:lvl2pPr>
            <a:lvl3pPr>
              <a:defRPr sz="2100" b="1">
                <a:solidFill>
                  <a:srgbClr val="166A88"/>
                </a:solidFill>
                <a:latin typeface="Malgun Gothic"/>
                <a:ea typeface="Malgun Gothic"/>
                <a:cs typeface="Malgun Gothic"/>
              </a:defRPr>
            </a:lvl3pPr>
            <a:lvl4pPr>
              <a:defRPr sz="2100" b="1">
                <a:solidFill>
                  <a:srgbClr val="166A88"/>
                </a:solidFill>
                <a:latin typeface="Malgun Gothic"/>
                <a:ea typeface="Malgun Gothic"/>
                <a:cs typeface="Malgun Gothic"/>
              </a:defRPr>
            </a:lvl4pPr>
            <a:lvl5pPr>
              <a:defRPr sz="2100" b="1">
                <a:solidFill>
                  <a:srgbClr val="166A88"/>
                </a:solidFill>
                <a:latin typeface="Malgun Gothic"/>
                <a:ea typeface="Malgun Gothic"/>
                <a:cs typeface="Malgun Gothic"/>
              </a:defRPr>
            </a:lvl5pPr>
            <a:lvl6pPr>
              <a:defRPr sz="2100" b="1">
                <a:solidFill>
                  <a:srgbClr val="166A88"/>
                </a:solidFill>
                <a:latin typeface="Malgun Gothic"/>
                <a:ea typeface="Malgun Gothic"/>
                <a:cs typeface="Malgun Gothic"/>
              </a:defRPr>
            </a:lvl6pPr>
            <a:lvl7pPr>
              <a:defRPr sz="2100" b="1">
                <a:solidFill>
                  <a:srgbClr val="166A88"/>
                </a:solidFill>
                <a:latin typeface="Malgun Gothic"/>
                <a:ea typeface="Malgun Gothic"/>
                <a:cs typeface="Malgun Gothic"/>
              </a:defRPr>
            </a:lvl7pPr>
            <a:lvl8pPr>
              <a:defRPr sz="2100" b="1">
                <a:solidFill>
                  <a:srgbClr val="166A88"/>
                </a:solidFill>
                <a:latin typeface="Malgun Gothic"/>
                <a:ea typeface="Malgun Gothic"/>
                <a:cs typeface="Malgun Gothic"/>
              </a:defRPr>
            </a:lvl8pPr>
            <a:lvl9pPr>
              <a:defRPr sz="2100" b="1">
                <a:solidFill>
                  <a:srgbClr val="166A88"/>
                </a:solidFill>
                <a:latin typeface="Malgun Gothic"/>
                <a:ea typeface="Malgun Gothic"/>
                <a:cs typeface="Malgun Gothic"/>
              </a:defRPr>
            </a:lvl9pPr>
          </a:lstStyle>
          <a:p xmlns:a="http://schemas.openxmlformats.org/drawingml/2006/main">
            <a:pPr>
              <a:defRPr sz="2100" b="1">
                <a:solidFill>
                  <a:srgbClr val="166A88"/>
                </a:solidFill>
                <a:latin typeface="Malgun Gothic"/>
                <a:ea typeface="Malgun Gothic"/>
                <a:cs typeface="Malgun Gothic"/>
              </a:defRPr>
            </a:pPr>
            <a:r>
              <a:rPr sz="2100" b="1">
                <a:solidFill>
                  <a:srgbClr val="166A88"/>
                </a:solidFill>
                <a:latin typeface="Malgun Gothic"/>
                <a:ea typeface="Malgun Gothic"/>
                <a:cs typeface="Malgun Gothic"/>
              </a:rPr>
              <a:t>PPE 준비</a:t>
            </a:r>
          </a:p>
          <a:p xmlns:a="http://schemas.openxmlformats.org/drawingml/2006/main">
            <a:pPr>
              <a:defRPr sz="2100" b="1">
                <a:solidFill>
                  <a:srgbClr val="166A88"/>
                </a:solidFill>
                <a:latin typeface="Malgun Gothic"/>
                <a:ea typeface="Malgun Gothic"/>
                <a:cs typeface="Malgun Gothic"/>
              </a:defRPr>
            </a:pPr>
            <a:r>
              <a:rPr sz="2100" b="1">
                <a:solidFill>
                  <a:srgbClr val="166A88"/>
                </a:solidFill>
                <a:latin typeface="Malgun Gothic"/>
                <a:ea typeface="Malgun Gothic"/>
                <a:cs typeface="Malgun Gothic"/>
              </a:rPr>
              <a:t>현장 진입 전 확인</a:t>
            </a:r>
          </a:p>
          <a:p xmlns:a="http://schemas.openxmlformats.org/drawingml/2006/main">
            <a:pPr>
              <a:defRPr sz="2100" b="1">
                <a:solidFill>
                  <a:srgbClr val="166A88"/>
                </a:solidFill>
                <a:latin typeface="Malgun Gothic"/>
                <a:ea typeface="Malgun Gothic"/>
                <a:cs typeface="Malgun Gothic"/>
              </a:defRPr>
            </a:pPr>
            <a:r>
              <a:rPr sz="2100" b="1">
                <a:solidFill>
                  <a:srgbClr val="166A88"/>
                </a:solidFill>
                <a:latin typeface="Malgun Gothic"/>
                <a:ea typeface="Malgun Gothic"/>
                <a:cs typeface="Malgun Gothic"/>
              </a:rPr>
              <a:t>누출 대응</a:t>
            </a:r>
          </a:p>
        </p:txBody>
      </p:sp>
      <p:sp>
        <p:nvSpPr>
          <p:cNvPr id="14" name="text">
            <a:extLst xmlns:a="http://schemas.openxmlformats.org/drawingml/2006/main">
              <a:ext uri="{FF2B5EF4-FFF2-40B4-BE49-F238E27FC236}">
                <a16:creationId xmlns:a16="http://schemas.microsoft.com/office/drawing/2014/main" id="{F5FBA866-42C6-4045-9A6B-59DC818D94C6}"/>
              </a:ext>
            </a:extLst>
          </p:cNvPr>
          <p:cNvSpPr>
            <a:spLocks xmlns:a="http://schemas.openxmlformats.org/drawingml/2006/main" noGrp="1"/>
          </p:cNvSpPr>
          <p:nvPr/>
        </p:nvSpPr>
        <p:spPr>
          <a:xfrm xmlns:a="http://schemas.openxmlformats.org/drawingml/2006/main">
            <a:off x="685800" y="53911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82C38"/>
                </a:solidFill>
                <a:latin typeface="Malgun Gothic"/>
                <a:ea typeface="Malgun Gothic"/>
                <a:cs typeface="Malgun Gothic"/>
              </a:defRPr>
            </a:defPPr>
            <a:lvl1pPr>
              <a:defRPr sz="2175" b="0">
                <a:solidFill>
                  <a:srgbClr val="182C38"/>
                </a:solidFill>
                <a:latin typeface="Malgun Gothic"/>
                <a:ea typeface="Malgun Gothic"/>
                <a:cs typeface="Malgun Gothic"/>
              </a:defRPr>
            </a:lvl1pPr>
            <a:lvl2pPr>
              <a:defRPr sz="2175" b="0">
                <a:solidFill>
                  <a:srgbClr val="182C38"/>
                </a:solidFill>
                <a:latin typeface="Malgun Gothic"/>
                <a:ea typeface="Malgun Gothic"/>
                <a:cs typeface="Malgun Gothic"/>
              </a:defRPr>
            </a:lvl2pPr>
            <a:lvl3pPr>
              <a:defRPr sz="2175" b="0">
                <a:solidFill>
                  <a:srgbClr val="182C38"/>
                </a:solidFill>
                <a:latin typeface="Malgun Gothic"/>
                <a:ea typeface="Malgun Gothic"/>
                <a:cs typeface="Malgun Gothic"/>
              </a:defRPr>
            </a:lvl3pPr>
            <a:lvl4pPr>
              <a:defRPr sz="2175" b="0">
                <a:solidFill>
                  <a:srgbClr val="182C38"/>
                </a:solidFill>
                <a:latin typeface="Malgun Gothic"/>
                <a:ea typeface="Malgun Gothic"/>
                <a:cs typeface="Malgun Gothic"/>
              </a:defRPr>
            </a:lvl4pPr>
            <a:lvl5pPr>
              <a:defRPr sz="2175" b="0">
                <a:solidFill>
                  <a:srgbClr val="182C38"/>
                </a:solidFill>
                <a:latin typeface="Malgun Gothic"/>
                <a:ea typeface="Malgun Gothic"/>
                <a:cs typeface="Malgun Gothic"/>
              </a:defRPr>
            </a:lvl5pPr>
            <a:lvl6pPr>
              <a:defRPr sz="2175" b="0">
                <a:solidFill>
                  <a:srgbClr val="182C38"/>
                </a:solidFill>
                <a:latin typeface="Malgun Gothic"/>
                <a:ea typeface="Malgun Gothic"/>
                <a:cs typeface="Malgun Gothic"/>
              </a:defRPr>
            </a:lvl6pPr>
            <a:lvl7pPr>
              <a:defRPr sz="2175" b="0">
                <a:solidFill>
                  <a:srgbClr val="182C38"/>
                </a:solidFill>
                <a:latin typeface="Malgun Gothic"/>
                <a:ea typeface="Malgun Gothic"/>
                <a:cs typeface="Malgun Gothic"/>
              </a:defRPr>
            </a:lvl7pPr>
            <a:lvl8pPr>
              <a:defRPr sz="2175" b="0">
                <a:solidFill>
                  <a:srgbClr val="182C38"/>
                </a:solidFill>
                <a:latin typeface="Malgun Gothic"/>
                <a:ea typeface="Malgun Gothic"/>
                <a:cs typeface="Malgun Gothic"/>
              </a:defRPr>
            </a:lvl8pPr>
            <a:lvl9pPr>
              <a:defRPr sz="2175" b="0">
                <a:solidFill>
                  <a:srgbClr val="182C38"/>
                </a:solidFill>
                <a:latin typeface="Malgun Gothic"/>
                <a:ea typeface="Malgun Gothic"/>
                <a:cs typeface="Malgun Gothic"/>
              </a:defRPr>
            </a:lvl9pPr>
          </a:lstStyle>
          <a:p xmlns:a="http://schemas.openxmlformats.org/drawingml/2006/main">
            <a:pPr>
              <a:defRPr sz="2175" b="0">
                <a:solidFill>
                  <a:srgbClr val="182C38"/>
                </a:solidFill>
                <a:latin typeface="Malgun Gothic"/>
                <a:ea typeface="Malgun Gothic"/>
                <a:cs typeface="Malgun Gothic"/>
              </a:defRPr>
            </a:pPr>
            <a:r>
              <a:rPr sz="2175" b="0">
                <a:solidFill>
                  <a:srgbClr val="182C38"/>
                </a:solidFill>
                <a:latin typeface="Malgun Gothic"/>
                <a:ea typeface="Malgun Gothic"/>
                <a:cs typeface="Malgun Gothic"/>
              </a:rPr>
              <a:t>Stage 내부 동작과 공용 기반의 책임을 나누고</a:t>
            </a:r>
          </a:p>
          <a:p xmlns:a="http://schemas.openxmlformats.org/drawingml/2006/main">
            <a:pPr>
              <a:defRPr sz="2175" b="0">
                <a:solidFill>
                  <a:srgbClr val="182C38"/>
                </a:solidFill>
                <a:latin typeface="Malgun Gothic"/>
                <a:ea typeface="Malgun Gothic"/>
                <a:cs typeface="Malgun Gothic"/>
              </a:defRPr>
            </a:pPr>
            <a:r>
              <a:rPr sz="2175" b="0">
                <a:solidFill>
                  <a:srgbClr val="182C38"/>
                </a:solidFill>
                <a:latin typeface="Malgun Gothic"/>
                <a:ea typeface="Malgun Gothic"/>
                <a:cs typeface="Malgun Gothic"/>
              </a:rPr>
              <a:t>완료 사실과 장비 데이터로 다음 교육 단계에 연결합니다.</a:t>
            </a:r>
          </a:p>
        </p:txBody>
      </p:sp>
    </p:spTree>
    <p:extLst>
      <p:ext uri="{BB962C8B-B14F-4D97-AF65-F5344CB8AC3E}">
        <p14:creationId xmlns:p14="http://schemas.microsoft.com/office/powerpoint/2010/main" val="974707777"/>
      </p:ext>
    </p:extLst>
  </p:cSld>
</p:sld>
</file>

<file path=ppt/slides/slide3.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0795F6D-AED0-48C8-A848-4259679AB5D3}"/>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C38"/>
                </a:solidFill>
                <a:latin typeface="Malgun Gothic"/>
                <a:ea typeface="Malgun Gothic"/>
                <a:cs typeface="Malgun Gothic"/>
              </a:defRPr>
            </a:defPPr>
            <a:lvl1pPr>
              <a:defRPr sz="3300" b="1">
                <a:solidFill>
                  <a:srgbClr val="182C38"/>
                </a:solidFill>
                <a:latin typeface="Malgun Gothic"/>
                <a:ea typeface="Malgun Gothic"/>
                <a:cs typeface="Malgun Gothic"/>
              </a:defRPr>
            </a:lvl1pPr>
            <a:lvl2pPr>
              <a:defRPr sz="3300" b="1">
                <a:solidFill>
                  <a:srgbClr val="182C38"/>
                </a:solidFill>
                <a:latin typeface="Malgun Gothic"/>
                <a:ea typeface="Malgun Gothic"/>
                <a:cs typeface="Malgun Gothic"/>
              </a:defRPr>
            </a:lvl2pPr>
            <a:lvl3pPr>
              <a:defRPr sz="3300" b="1">
                <a:solidFill>
                  <a:srgbClr val="182C38"/>
                </a:solidFill>
                <a:latin typeface="Malgun Gothic"/>
                <a:ea typeface="Malgun Gothic"/>
                <a:cs typeface="Malgun Gothic"/>
              </a:defRPr>
            </a:lvl3pPr>
            <a:lvl4pPr>
              <a:defRPr sz="3300" b="1">
                <a:solidFill>
                  <a:srgbClr val="182C38"/>
                </a:solidFill>
                <a:latin typeface="Malgun Gothic"/>
                <a:ea typeface="Malgun Gothic"/>
                <a:cs typeface="Malgun Gothic"/>
              </a:defRPr>
            </a:lvl4pPr>
            <a:lvl5pPr>
              <a:defRPr sz="3300" b="1">
                <a:solidFill>
                  <a:srgbClr val="182C38"/>
                </a:solidFill>
                <a:latin typeface="Malgun Gothic"/>
                <a:ea typeface="Malgun Gothic"/>
                <a:cs typeface="Malgun Gothic"/>
              </a:defRPr>
            </a:lvl5pPr>
            <a:lvl6pPr>
              <a:defRPr sz="3300" b="1">
                <a:solidFill>
                  <a:srgbClr val="182C38"/>
                </a:solidFill>
                <a:latin typeface="Malgun Gothic"/>
                <a:ea typeface="Malgun Gothic"/>
                <a:cs typeface="Malgun Gothic"/>
              </a:defRPr>
            </a:lvl6pPr>
            <a:lvl7pPr>
              <a:defRPr sz="3300" b="1">
                <a:solidFill>
                  <a:srgbClr val="182C38"/>
                </a:solidFill>
                <a:latin typeface="Malgun Gothic"/>
                <a:ea typeface="Malgun Gothic"/>
                <a:cs typeface="Malgun Gothic"/>
              </a:defRPr>
            </a:lvl7pPr>
            <a:lvl8pPr>
              <a:defRPr sz="3300" b="1">
                <a:solidFill>
                  <a:srgbClr val="182C38"/>
                </a:solidFill>
                <a:latin typeface="Malgun Gothic"/>
                <a:ea typeface="Malgun Gothic"/>
                <a:cs typeface="Malgun Gothic"/>
              </a:defRPr>
            </a:lvl8pPr>
            <a:lvl9pPr>
              <a:defRPr sz="3300" b="1">
                <a:solidFill>
                  <a:srgbClr val="182C38"/>
                </a:solidFill>
                <a:latin typeface="Malgun Gothic"/>
                <a:ea typeface="Malgun Gothic"/>
                <a:cs typeface="Malgun Gothic"/>
              </a:defRPr>
            </a:lvl9pPr>
          </a:lstStyle>
          <a:p xmlns:a="http://schemas.openxmlformats.org/drawingml/2006/main">
            <a:pPr>
              <a:defRPr sz="3300" b="1">
                <a:solidFill>
                  <a:srgbClr val="182C38"/>
                </a:solidFill>
                <a:latin typeface="Malgun Gothic"/>
                <a:ea typeface="Malgun Gothic"/>
                <a:cs typeface="Malgun Gothic"/>
              </a:defRPr>
            </a:pPr>
            <a:r>
              <a:rPr sz="3300" b="1">
                <a:solidFill>
                  <a:srgbClr val="182C38"/>
                </a:solidFill>
                <a:latin typeface="Malgun Gothic"/>
                <a:ea typeface="Malgun Gothic"/>
                <a:cs typeface="Malgun Gothic"/>
              </a:rPr>
              <a:t>개발 환경과 담당 영역</a:t>
            </a:r>
          </a:p>
        </p:txBody>
      </p:sp>
      <p:sp>
        <p:nvSpPr>
          <p:cNvPr id="2" name="source">
            <a:extLst xmlns:a="http://schemas.openxmlformats.org/drawingml/2006/main">
              <a:ext uri="{FF2B5EF4-FFF2-40B4-BE49-F238E27FC236}">
                <a16:creationId xmlns:a16="http://schemas.microsoft.com/office/drawing/2014/main" id="{EF063279-C173-4BA4-9A4E-1B95AFBA5ADB}"/>
              </a:ext>
            </a:extLst>
          </p:cNvPr>
          <p:cNvSpPr>
            <a:spLocks xmlns:a="http://schemas.openxmlformats.org/drawingml/2006/main" noGrp="1"/>
          </p:cNvSpPr>
          <p:nvPr/>
        </p:nvSpPr>
        <p:spPr>
          <a:xfrm xmlns:a="http://schemas.openxmlformats.org/drawingml/2006/main">
            <a:off x="685800" y="638175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36E"/>
                </a:solidFill>
                <a:latin typeface="Malgun Gothic"/>
                <a:ea typeface="Malgun Gothic"/>
                <a:cs typeface="Malgun Gothic"/>
              </a:defRPr>
            </a:defPPr>
            <a:lvl1pPr>
              <a:defRPr sz="1200" b="0">
                <a:solidFill>
                  <a:srgbClr val="52636E"/>
                </a:solidFill>
                <a:latin typeface="Malgun Gothic"/>
                <a:ea typeface="Malgun Gothic"/>
                <a:cs typeface="Malgun Gothic"/>
              </a:defRPr>
            </a:lvl1pPr>
            <a:lvl2pPr>
              <a:defRPr sz="1200" b="0">
                <a:solidFill>
                  <a:srgbClr val="52636E"/>
                </a:solidFill>
                <a:latin typeface="Malgun Gothic"/>
                <a:ea typeface="Malgun Gothic"/>
                <a:cs typeface="Malgun Gothic"/>
              </a:defRPr>
            </a:lvl2pPr>
            <a:lvl3pPr>
              <a:defRPr sz="1200" b="0">
                <a:solidFill>
                  <a:srgbClr val="52636E"/>
                </a:solidFill>
                <a:latin typeface="Malgun Gothic"/>
                <a:ea typeface="Malgun Gothic"/>
                <a:cs typeface="Malgun Gothic"/>
              </a:defRPr>
            </a:lvl3pPr>
            <a:lvl4pPr>
              <a:defRPr sz="1200" b="0">
                <a:solidFill>
                  <a:srgbClr val="52636E"/>
                </a:solidFill>
                <a:latin typeface="Malgun Gothic"/>
                <a:ea typeface="Malgun Gothic"/>
                <a:cs typeface="Malgun Gothic"/>
              </a:defRPr>
            </a:lvl4pPr>
            <a:lvl5pPr>
              <a:defRPr sz="1200" b="0">
                <a:solidFill>
                  <a:srgbClr val="52636E"/>
                </a:solidFill>
                <a:latin typeface="Malgun Gothic"/>
                <a:ea typeface="Malgun Gothic"/>
                <a:cs typeface="Malgun Gothic"/>
              </a:defRPr>
            </a:lvl5pPr>
            <a:lvl6pPr>
              <a:defRPr sz="1200" b="0">
                <a:solidFill>
                  <a:srgbClr val="52636E"/>
                </a:solidFill>
                <a:latin typeface="Malgun Gothic"/>
                <a:ea typeface="Malgun Gothic"/>
                <a:cs typeface="Malgun Gothic"/>
              </a:defRPr>
            </a:lvl6pPr>
            <a:lvl7pPr>
              <a:defRPr sz="1200" b="0">
                <a:solidFill>
                  <a:srgbClr val="52636E"/>
                </a:solidFill>
                <a:latin typeface="Malgun Gothic"/>
                <a:ea typeface="Malgun Gothic"/>
                <a:cs typeface="Malgun Gothic"/>
              </a:defRPr>
            </a:lvl7pPr>
            <a:lvl8pPr>
              <a:defRPr sz="1200" b="0">
                <a:solidFill>
                  <a:srgbClr val="52636E"/>
                </a:solidFill>
                <a:latin typeface="Malgun Gothic"/>
                <a:ea typeface="Malgun Gothic"/>
                <a:cs typeface="Malgun Gothic"/>
              </a:defRPr>
            </a:lvl8pPr>
            <a:lvl9pPr>
              <a:defRPr sz="1200" b="0">
                <a:solidFill>
                  <a:srgbClr val="52636E"/>
                </a:solidFill>
                <a:latin typeface="Malgun Gothic"/>
                <a:ea typeface="Malgun Gothic"/>
                <a:cs typeface="Malgun Gothic"/>
              </a:defRPr>
            </a:lvl9pPr>
          </a:lstStyle>
          <a:p xmlns:a="http://schemas.openxmlformats.org/drawingml/2006/main">
            <a:pPr>
              <a:defRPr sz="1200" b="0">
                <a:solidFill>
                  <a:srgbClr val="52636E"/>
                </a:solidFill>
                <a:latin typeface="Malgun Gothic"/>
                <a:ea typeface="Malgun Gothic"/>
                <a:cs typeface="Malgun Gothic"/>
              </a:defRPr>
            </a:pPr>
            <a:r>
              <a:rPr sz="1200" b="0">
                <a:solidFill>
                  <a:srgbClr val="52636E"/>
                </a:solidFill>
                <a:latin typeface="Malgun Gothic"/>
                <a:ea typeface="Malgun Gothic"/>
                <a:cs typeface="Malgun Gothic"/>
              </a:rPr>
              <a:t>근거: ProjectVersion, Packages, PPE 작업 경계와 팀 문서</a:t>
            </a:r>
          </a:p>
        </p:txBody>
      </p:sp>
      <p:sp>
        <p:nvSpPr>
          <p:cNvPr id="3" name="page">
            <a:extLst xmlns:a="http://schemas.openxmlformats.org/drawingml/2006/main">
              <a:ext uri="{FF2B5EF4-FFF2-40B4-BE49-F238E27FC236}">
                <a16:creationId xmlns:a16="http://schemas.microsoft.com/office/drawing/2014/main" id="{AA2B9EAF-AAFD-4495-8CDE-CA287350B63D}"/>
              </a:ext>
            </a:extLst>
          </p:cNvPr>
          <p:cNvSpPr>
            <a:spLocks xmlns:a="http://schemas.openxmlformats.org/drawingml/2006/main" noGrp="1"/>
          </p:cNvSpPr>
          <p:nvPr/>
        </p:nvSpPr>
        <p:spPr>
          <a:xfrm xmlns:a="http://schemas.openxmlformats.org/drawingml/2006/main">
            <a:off x="11115675"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36E"/>
                </a:solidFill>
                <a:latin typeface="Malgun Gothic"/>
                <a:ea typeface="Malgun Gothic"/>
                <a:cs typeface="Malgun Gothic"/>
              </a:defRPr>
            </a:defPPr>
            <a:lvl1pPr>
              <a:defRPr sz="1500" b="0">
                <a:solidFill>
                  <a:srgbClr val="52636E"/>
                </a:solidFill>
                <a:latin typeface="Malgun Gothic"/>
                <a:ea typeface="Malgun Gothic"/>
                <a:cs typeface="Malgun Gothic"/>
              </a:defRPr>
            </a:lvl1pPr>
            <a:lvl2pPr>
              <a:defRPr sz="1500" b="0">
                <a:solidFill>
                  <a:srgbClr val="52636E"/>
                </a:solidFill>
                <a:latin typeface="Malgun Gothic"/>
                <a:ea typeface="Malgun Gothic"/>
                <a:cs typeface="Malgun Gothic"/>
              </a:defRPr>
            </a:lvl2pPr>
            <a:lvl3pPr>
              <a:defRPr sz="1500" b="0">
                <a:solidFill>
                  <a:srgbClr val="52636E"/>
                </a:solidFill>
                <a:latin typeface="Malgun Gothic"/>
                <a:ea typeface="Malgun Gothic"/>
                <a:cs typeface="Malgun Gothic"/>
              </a:defRPr>
            </a:lvl3pPr>
            <a:lvl4pPr>
              <a:defRPr sz="1500" b="0">
                <a:solidFill>
                  <a:srgbClr val="52636E"/>
                </a:solidFill>
                <a:latin typeface="Malgun Gothic"/>
                <a:ea typeface="Malgun Gothic"/>
                <a:cs typeface="Malgun Gothic"/>
              </a:defRPr>
            </a:lvl4pPr>
            <a:lvl5pPr>
              <a:defRPr sz="1500" b="0">
                <a:solidFill>
                  <a:srgbClr val="52636E"/>
                </a:solidFill>
                <a:latin typeface="Malgun Gothic"/>
                <a:ea typeface="Malgun Gothic"/>
                <a:cs typeface="Malgun Gothic"/>
              </a:defRPr>
            </a:lvl5pPr>
            <a:lvl6pPr>
              <a:defRPr sz="1500" b="0">
                <a:solidFill>
                  <a:srgbClr val="52636E"/>
                </a:solidFill>
                <a:latin typeface="Malgun Gothic"/>
                <a:ea typeface="Malgun Gothic"/>
                <a:cs typeface="Malgun Gothic"/>
              </a:defRPr>
            </a:lvl6pPr>
            <a:lvl7pPr>
              <a:defRPr sz="1500" b="0">
                <a:solidFill>
                  <a:srgbClr val="52636E"/>
                </a:solidFill>
                <a:latin typeface="Malgun Gothic"/>
                <a:ea typeface="Malgun Gothic"/>
                <a:cs typeface="Malgun Gothic"/>
              </a:defRPr>
            </a:lvl7pPr>
            <a:lvl8pPr>
              <a:defRPr sz="1500" b="0">
                <a:solidFill>
                  <a:srgbClr val="52636E"/>
                </a:solidFill>
                <a:latin typeface="Malgun Gothic"/>
                <a:ea typeface="Malgun Gothic"/>
                <a:cs typeface="Malgun Gothic"/>
              </a:defRPr>
            </a:lvl8pPr>
            <a:lvl9pPr>
              <a:defRPr sz="1500" b="0">
                <a:solidFill>
                  <a:srgbClr val="52636E"/>
                </a:solidFill>
                <a:latin typeface="Malgun Gothic"/>
                <a:ea typeface="Malgun Gothic"/>
                <a:cs typeface="Malgun Gothic"/>
              </a:defRPr>
            </a:lvl9pPr>
          </a:lstStyle>
          <a:p xmlns:a="http://schemas.openxmlformats.org/drawingml/2006/main">
            <a:pPr>
              <a:defRPr sz="1500" b="0">
                <a:solidFill>
                  <a:srgbClr val="52636E"/>
                </a:solidFill>
                <a:latin typeface="Malgun Gothic"/>
                <a:ea typeface="Malgun Gothic"/>
                <a:cs typeface="Malgun Gothic"/>
              </a:defRPr>
            </a:pPr>
            <a:r>
              <a:rPr sz="1500" b="0">
                <a:solidFill>
                  <a:srgbClr val="52636E"/>
                </a:solidFill>
                <a:latin typeface="Malgun Gothic"/>
                <a:ea typeface="Malgun Gothic"/>
                <a:cs typeface="Malgun Gothic"/>
              </a:rPr>
              <a:t>03</a:t>
            </a:r>
          </a:p>
        </p:txBody>
      </p:sp>
      <p:graphicFrame>
        <p:nvGraphicFramePr>
          <p:cNvPr id="4" name="">
            <a:extLst xmlns:a="http://schemas.openxmlformats.org/drawingml/2006/main">
              <a:ext uri="{FF2B5EF4-FFF2-40B4-BE49-F238E27FC236}">
                <a16:creationId xmlns:a16="http://schemas.microsoft.com/office/drawing/2014/main" id="{10F3D5DD-E4C7-45BD-80A4-8DCC261C1B54}"/>
              </a:ext>
            </a:extLst>
          </p:cNvPr>
          <p:cNvGraphicFramePr/>
          <p:nvPr/>
        </p:nvGraphicFramePr>
        <p:xfrm>
          <a:off xmlns:a="http://schemas.openxmlformats.org/drawingml/2006/main" x="685800" y="1657350"/>
          <a:ext xmlns:a="http://schemas.openxmlformats.org/drawingml/2006/main" cx="6191250" cy="3619500"/>
        </p:xfrm>
        <a:graphic xmlns:a="http://schemas.openxmlformats.org/drawingml/2006/main">
          <a:graphicData uri="http://schemas.openxmlformats.org/drawingml/2006/table">
            <a:tbl>
              <a:tblPr/>
              <a:tblGrid>
                <a:gridCol w="1476375"/>
                <a:gridCol w="4714875"/>
              </a:tblGrid>
              <a:tr h="723900">
                <a:tc>
                  <a:txBody>
                    <a:bodyPr lIns="95250" tIns="95250" rIns="95250" bIns="95250"/>
                    <a:lstStyle/>
                    <a:p>
                      <a:r>
                        <a:rPr sz="1800" b="1">
                          <a:solidFill>
                            <a:srgbClr val="FFFFFF"/>
                          </a:solidFill>
                          <a:latin typeface="Malgun Gothic"/>
                          <a:ea typeface="Malgun Gothic"/>
                          <a:cs typeface="Malgun Gothic"/>
                        </a:rPr>
                        <a:t>구분</a:t>
                      </a:r>
                    </a:p>
                  </a:txBody>
                  <a:tcPr marL="91440" marR="91440" marT="45720" marB="45720" anchor="ctr">
                    <a:lnL w="9525">
                      <a:solidFill>
                        <a:srgbClr val="B8CBD2"/>
                      </a:solidFill>
                      <a:prstDash val="solid"/>
                    </a:lnL>
                    <a:lnR w="9525">
                      <a:solidFill>
                        <a:srgbClr val="B8CBD2"/>
                      </a:solidFill>
                      <a:prstDash val="solid"/>
                    </a:lnR>
                    <a:lnT w="9525">
                      <a:solidFill>
                        <a:srgbClr val="B8CBD2"/>
                      </a:solidFill>
                      <a:prstDash val="solid"/>
                    </a:lnT>
                    <a:lnB w="9525">
                      <a:solidFill>
                        <a:srgbClr val="B8CBD2"/>
                      </a:solidFill>
                      <a:prstDash val="solid"/>
                    </a:lnB>
                    <a:solidFill>
                      <a:srgbClr val="182C38"/>
                    </a:solidFill>
                  </a:tcPr>
                </a:tc>
                <a:tc>
                  <a:txBody>
                    <a:bodyPr lIns="95250" tIns="95250" rIns="95250" bIns="95250"/>
                    <a:lstStyle/>
                    <a:p>
                      <a:r>
                        <a:rPr sz="1800" b="1">
                          <a:solidFill>
                            <a:srgbClr val="FFFFFF"/>
                          </a:solidFill>
                          <a:latin typeface="Malgun Gothic"/>
                          <a:ea typeface="Malgun Gothic"/>
                          <a:cs typeface="Malgun Gothic"/>
                        </a:rPr>
                        <a:t>환경과 역할</a:t>
                      </a:r>
                    </a:p>
                  </a:txBody>
                  <a:tcPr marL="91440" marR="91440" marT="45720" marB="45720" anchor="ctr">
                    <a:lnR w="9525">
                      <a:solidFill>
                        <a:srgbClr val="B8CBD2"/>
                      </a:solidFill>
                      <a:prstDash val="solid"/>
                    </a:lnR>
                    <a:lnT w="9525">
                      <a:solidFill>
                        <a:srgbClr val="B8CBD2"/>
                      </a:solidFill>
                      <a:prstDash val="solid"/>
                    </a:lnT>
                    <a:lnB w="9525">
                      <a:solidFill>
                        <a:srgbClr val="B8CBD2"/>
                      </a:solidFill>
                      <a:prstDash val="solid"/>
                    </a:lnB>
                    <a:solidFill>
                      <a:srgbClr val="182C38"/>
                    </a:solidFill>
                  </a:tcPr>
                </a:tc>
              </a:tr>
              <a:tr h="723900">
                <a:tc>
                  <a:txBody>
                    <a:bodyPr lIns="95250" tIns="95250" rIns="95250" bIns="95250"/>
                    <a:lstStyle/>
                    <a:p>
                      <a:r>
                        <a:rPr sz="1800" b="0">
                          <a:solidFill>
                            <a:srgbClr val="182C38"/>
                          </a:solidFill>
                          <a:latin typeface="Malgun Gothic"/>
                          <a:ea typeface="Malgun Gothic"/>
                          <a:cs typeface="Malgun Gothic"/>
                        </a:rPr>
                        <a:t>Engine</a:t>
                      </a:r>
                    </a:p>
                  </a:txBody>
                  <a:tcPr marL="91440" marR="91440" marT="45720" marB="45720" anchor="ctr">
                    <a:lnL w="9525">
                      <a:solidFill>
                        <a:srgbClr val="B8CBD2"/>
                      </a:solidFill>
                      <a:prstDash val="solid"/>
                    </a:lnL>
                    <a:lnR w="9525">
                      <a:solidFill>
                        <a:srgbClr val="B8CBD2"/>
                      </a:solidFill>
                      <a:prstDash val="solid"/>
                    </a:lnR>
                    <a:lnB w="9525">
                      <a:solidFill>
                        <a:srgbClr val="B8CBD2"/>
                      </a:solidFill>
                      <a:prstDash val="solid"/>
                    </a:lnB>
                    <a:solidFill>
                      <a:srgbClr val="FAFBFA"/>
                    </a:solidFill>
                  </a:tcPr>
                </a:tc>
                <a:tc>
                  <a:txBody>
                    <a:bodyPr lIns="95250" tIns="95250" rIns="95250" bIns="95250"/>
                    <a:lstStyle/>
                    <a:p>
                      <a:r>
                        <a:rPr sz="1800" b="0">
                          <a:solidFill>
                            <a:srgbClr val="182C38"/>
                          </a:solidFill>
                          <a:latin typeface="Malgun Gothic"/>
                          <a:ea typeface="Malgun Gothic"/>
                          <a:cs typeface="Malgun Gothic"/>
                        </a:rPr>
                        <a:t>Unity 6000.4.8f1 / C#</a:t>
                      </a:r>
                    </a:p>
                  </a:txBody>
                  <a:tcPr marL="91440" marR="91440" marT="45720" marB="45720" anchor="ctr">
                    <a:lnR w="9525">
                      <a:solidFill>
                        <a:srgbClr val="B8CBD2"/>
                      </a:solidFill>
                      <a:prstDash val="solid"/>
                    </a:lnR>
                    <a:lnB w="9525">
                      <a:solidFill>
                        <a:srgbClr val="B8CBD2"/>
                      </a:solidFill>
                      <a:prstDash val="solid"/>
                    </a:lnB>
                    <a:solidFill>
                      <a:srgbClr val="FAFBFA"/>
                    </a:solidFill>
                  </a:tcPr>
                </a:tc>
              </a:tr>
              <a:tr h="723900">
                <a:tc>
                  <a:txBody>
                    <a:bodyPr lIns="95250" tIns="95250" rIns="95250" bIns="95250"/>
                    <a:lstStyle/>
                    <a:p>
                      <a:r>
                        <a:rPr sz="1800" b="0">
                          <a:solidFill>
                            <a:srgbClr val="182C38"/>
                          </a:solidFill>
                          <a:latin typeface="Malgun Gothic"/>
                          <a:ea typeface="Malgun Gothic"/>
                          <a:cs typeface="Malgun Gothic"/>
                        </a:rPr>
                        <a:t>XR</a:t>
                      </a:r>
                    </a:p>
                  </a:txBody>
                  <a:tcPr marL="91440" marR="91440" marT="45720" marB="45720" anchor="ctr">
                    <a:lnL w="9525">
                      <a:solidFill>
                        <a:srgbClr val="B8CBD2"/>
                      </a:solidFill>
                      <a:prstDash val="solid"/>
                    </a:lnL>
                    <a:lnR w="9525">
                      <a:solidFill>
                        <a:srgbClr val="B8CBD2"/>
                      </a:solidFill>
                      <a:prstDash val="solid"/>
                    </a:lnR>
                    <a:lnB w="9525">
                      <a:solidFill>
                        <a:srgbClr val="B8CBD2"/>
                      </a:solidFill>
                      <a:prstDash val="solid"/>
                    </a:lnB>
                    <a:solidFill>
                      <a:srgbClr val="F0F5F6"/>
                    </a:solidFill>
                  </a:tcPr>
                </a:tc>
                <a:tc>
                  <a:txBody>
                    <a:bodyPr lIns="95250" tIns="95250" rIns="95250" bIns="95250"/>
                    <a:lstStyle/>
                    <a:p>
                      <a:r>
                        <a:rPr sz="1800" b="0">
                          <a:solidFill>
                            <a:srgbClr val="182C38"/>
                          </a:solidFill>
                          <a:latin typeface="Malgun Gothic"/>
                          <a:ea typeface="Malgun Gothic"/>
                          <a:cs typeface="Malgun Gothic"/>
                        </a:rPr>
                        <a:t>XRI 3.4.1 / XR Hands 1.7.3</a:t>
                      </a:r>
                    </a:p>
                    <a:p>
                      <a:r>
                        <a:rPr sz="1800" b="0">
                          <a:solidFill>
                            <a:srgbClr val="182C38"/>
                          </a:solidFill>
                          <a:latin typeface="Malgun Gothic"/>
                          <a:ea typeface="Malgun Gothic"/>
                          <a:cs typeface="Malgun Gothic"/>
                        </a:rPr>
                        <a:t>OpenXR 1.16.1</a:t>
                      </a:r>
                    </a:p>
                  </a:txBody>
                  <a:tcPr marL="91440" marR="91440" marT="45720" marB="45720" anchor="ctr">
                    <a:lnR w="9525">
                      <a:solidFill>
                        <a:srgbClr val="B8CBD2"/>
                      </a:solidFill>
                      <a:prstDash val="solid"/>
                    </a:lnR>
                    <a:lnB w="9525">
                      <a:solidFill>
                        <a:srgbClr val="B8CBD2"/>
                      </a:solidFill>
                      <a:prstDash val="solid"/>
                    </a:lnB>
                    <a:solidFill>
                      <a:srgbClr val="F0F5F6"/>
                    </a:solidFill>
                  </a:tcPr>
                </a:tc>
              </a:tr>
              <a:tr h="723900">
                <a:tc>
                  <a:txBody>
                    <a:bodyPr lIns="95250" tIns="95250" rIns="95250" bIns="95250"/>
                    <a:lstStyle/>
                    <a:p>
                      <a:r>
                        <a:rPr sz="1800" b="0">
                          <a:solidFill>
                            <a:srgbClr val="182C38"/>
                          </a:solidFill>
                          <a:latin typeface="Malgun Gothic"/>
                          <a:ea typeface="Malgun Gothic"/>
                          <a:cs typeface="Malgun Gothic"/>
                        </a:rPr>
                        <a:t>PPE 전담</a:t>
                      </a:r>
                    </a:p>
                  </a:txBody>
                  <a:tcPr marL="91440" marR="91440" marT="45720" marB="45720" anchor="ctr">
                    <a:lnL w="9525">
                      <a:solidFill>
                        <a:srgbClr val="B8CBD2"/>
                      </a:solidFill>
                      <a:prstDash val="solid"/>
                    </a:lnL>
                    <a:lnR w="9525">
                      <a:solidFill>
                        <a:srgbClr val="B8CBD2"/>
                      </a:solidFill>
                      <a:prstDash val="solid"/>
                    </a:lnR>
                    <a:lnB w="9525">
                      <a:solidFill>
                        <a:srgbClr val="B8CBD2"/>
                      </a:solidFill>
                      <a:prstDash val="solid"/>
                    </a:lnB>
                    <a:solidFill>
                      <a:srgbClr val="FAFBFA"/>
                    </a:solidFill>
                  </a:tcPr>
                </a:tc>
                <a:tc>
                  <a:txBody>
                    <a:bodyPr lIns="95250" tIns="95250" rIns="95250" bIns="95250"/>
                    <a:lstStyle/>
                    <a:p>
                      <a:r>
                        <a:rPr sz="1800" b="0">
                          <a:solidFill>
                            <a:srgbClr val="182C38"/>
                          </a:solidFill>
                          <a:latin typeface="Malgun Gothic"/>
                          <a:ea typeface="Malgun Gothic"/>
                          <a:cs typeface="Malgun Gothic"/>
                        </a:rPr>
                        <a:t>씬·인터랙션·착용 판정·UI</a:t>
                      </a:r>
                    </a:p>
                    <a:p>
                      <a:r>
                        <a:rPr sz="1800" b="0">
                          <a:solidFill>
                            <a:srgbClr val="182C38"/>
                          </a:solidFill>
                          <a:latin typeface="Malgun Gothic"/>
                          <a:ea typeface="Malgun Gothic"/>
                          <a:cs typeface="Malgun Gothic"/>
                        </a:rPr>
                        <a:t>교육 흐름·대응 장비 준비</a:t>
                      </a:r>
                    </a:p>
                  </a:txBody>
                  <a:tcPr marL="91440" marR="91440" marT="45720" marB="45720" anchor="ctr">
                    <a:lnR w="9525">
                      <a:solidFill>
                        <a:srgbClr val="B8CBD2"/>
                      </a:solidFill>
                      <a:prstDash val="solid"/>
                    </a:lnR>
                    <a:lnB w="9525">
                      <a:solidFill>
                        <a:srgbClr val="B8CBD2"/>
                      </a:solidFill>
                      <a:prstDash val="solid"/>
                    </a:lnB>
                    <a:solidFill>
                      <a:srgbClr val="FAFBFA"/>
                    </a:solidFill>
                  </a:tcPr>
                </a:tc>
              </a:tr>
              <a:tr h="723900">
                <a:tc>
                  <a:txBody>
                    <a:bodyPr lIns="95250" tIns="95250" rIns="95250" bIns="95250"/>
                    <a:lstStyle/>
                    <a:p>
                      <a:r>
                        <a:rPr sz="1800" b="0">
                          <a:solidFill>
                            <a:srgbClr val="182C38"/>
                          </a:solidFill>
                          <a:latin typeface="Malgun Gothic"/>
                          <a:ea typeface="Malgun Gothic"/>
                          <a:cs typeface="Malgun Gothic"/>
                        </a:rPr>
                        <a:t>3인 팀</a:t>
                      </a:r>
                    </a:p>
                  </a:txBody>
                  <a:tcPr marL="91440" marR="91440" marT="45720" marB="45720" anchor="ctr">
                    <a:lnL w="9525">
                      <a:solidFill>
                        <a:srgbClr val="B8CBD2"/>
                      </a:solidFill>
                      <a:prstDash val="solid"/>
                    </a:lnL>
                    <a:lnR w="9525">
                      <a:solidFill>
                        <a:srgbClr val="B8CBD2"/>
                      </a:solidFill>
                      <a:prstDash val="solid"/>
                    </a:lnR>
                    <a:lnB w="9525">
                      <a:solidFill>
                        <a:srgbClr val="B8CBD2"/>
                      </a:solidFill>
                      <a:prstDash val="solid"/>
                    </a:lnB>
                    <a:solidFill>
                      <a:srgbClr val="F0F5F6"/>
                    </a:solidFill>
                  </a:tcPr>
                </a:tc>
                <a:tc>
                  <a:txBody>
                    <a:bodyPr lIns="95250" tIns="95250" rIns="95250" bIns="95250"/>
                    <a:lstStyle/>
                    <a:p>
                      <a:r>
                        <a:rPr sz="1800" b="0">
                          <a:solidFill>
                            <a:srgbClr val="182C38"/>
                          </a:solidFill>
                          <a:latin typeface="Malgun Gothic"/>
                          <a:ea typeface="Malgun Gothic"/>
                          <a:cs typeface="Malgun Gothic"/>
                        </a:rPr>
                        <a:t>다른 Stage·공용 App/XR 구분</a:t>
                      </a:r>
                    </a:p>
                    <a:p>
                      <a:r>
                        <a:rPr sz="1800" b="0">
                          <a:solidFill>
                            <a:srgbClr val="182C38"/>
                          </a:solidFill>
                          <a:latin typeface="Malgun Gothic"/>
                          <a:ea typeface="Malgun Gothic"/>
                          <a:cs typeface="Malgun Gothic"/>
                        </a:rPr>
                        <a:t>Git 영역 분리·인터페이스 준수</a:t>
                      </a:r>
                    </a:p>
                  </a:txBody>
                  <a:tcPr marL="91440" marR="91440" marT="45720" marB="45720" anchor="ctr">
                    <a:lnR w="9525">
                      <a:solidFill>
                        <a:srgbClr val="B8CBD2"/>
                      </a:solidFill>
                      <a:prstDash val="solid"/>
                    </a:lnR>
                    <a:lnB w="9525">
                      <a:solidFill>
                        <a:srgbClr val="B8CBD2"/>
                      </a:solidFill>
                      <a:prstDash val="solid"/>
                    </a:lnB>
                    <a:solidFill>
                      <a:srgbClr val="F0F5F6"/>
                    </a:solidFill>
                  </a:tcPr>
                </a:tc>
              </a:tr>
            </a:tbl>
          </a:graphicData>
        </a:graphic>
      </p:graphicFrame>
      <p:pic>
        <p:nvPicPr>
          <p:cNvPr id="5" name="">
            <a:extLst xmlns:a="http://schemas.openxmlformats.org/drawingml/2006/main">
              <a:ext uri="{FF2B5EF4-FFF2-40B4-BE49-F238E27FC236}">
                <a16:creationId xmlns:a16="http://schemas.microsoft.com/office/drawing/2014/main" id="{EF16CE06-E2DC-47D5-B188-179F9DDEABF3}"/>
              </a:ext>
            </a:extLst>
          </p:cNvPr>
          <p:cNvPicPr>
            <a:picLocks xmlns:a="http://schemas.openxmlformats.org/drawingml/2006/main" noChangeAspect="1"/>
          </p:cNvPicPr>
          <p:nvPr/>
        </p:nvPicPr>
        <p:blipFill>
          <a:blip xmlns:r="http://schemas.openxmlformats.org/officeDocument/2006/relationships" xmlns:a="http://schemas.openxmlformats.org/drawingml/2006/main" r:embed="R9d482e4aa26f4e59"/>
          <a:srcRect xmlns:a="http://schemas.openxmlformats.org/drawingml/2006/main" l="80200" t="18500" r="0" b="44000"/>
          <a:stretch xmlns:a="http://schemas.openxmlformats.org/drawingml/2006/main"/>
        </p:blipFill>
        <p:spPr>
          <a:xfrm xmlns:a="http://schemas.openxmlformats.org/drawingml/2006/main">
            <a:off x="7296150" y="1657350"/>
            <a:ext cx="4210050" cy="36195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73E2E2B7-57E6-42A8-B248-AF48C11E501F}"/>
              </a:ext>
            </a:extLst>
          </p:cNvPr>
          <p:cNvSpPr>
            <a:spLocks xmlns:a="http://schemas.openxmlformats.org/drawingml/2006/main" noGrp="1"/>
          </p:cNvSpPr>
          <p:nvPr/>
        </p:nvSpPr>
        <p:spPr>
          <a:xfrm xmlns:a="http://schemas.openxmlformats.org/drawingml/2006/main">
            <a:off x="7296150" y="5381625"/>
            <a:ext cx="421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2636E"/>
                </a:solidFill>
                <a:latin typeface="Malgun Gothic"/>
                <a:ea typeface="Malgun Gothic"/>
                <a:cs typeface="Malgun Gothic"/>
              </a:defRPr>
            </a:defPPr>
            <a:lvl1pPr>
              <a:defRPr sz="1350" b="0">
                <a:solidFill>
                  <a:srgbClr val="52636E"/>
                </a:solidFill>
                <a:latin typeface="Malgun Gothic"/>
                <a:ea typeface="Malgun Gothic"/>
                <a:cs typeface="Malgun Gothic"/>
              </a:defRPr>
            </a:lvl1pPr>
            <a:lvl2pPr>
              <a:defRPr sz="1350" b="0">
                <a:solidFill>
                  <a:srgbClr val="52636E"/>
                </a:solidFill>
                <a:latin typeface="Malgun Gothic"/>
                <a:ea typeface="Malgun Gothic"/>
                <a:cs typeface="Malgun Gothic"/>
              </a:defRPr>
            </a:lvl2pPr>
            <a:lvl3pPr>
              <a:defRPr sz="1350" b="0">
                <a:solidFill>
                  <a:srgbClr val="52636E"/>
                </a:solidFill>
                <a:latin typeface="Malgun Gothic"/>
                <a:ea typeface="Malgun Gothic"/>
                <a:cs typeface="Malgun Gothic"/>
              </a:defRPr>
            </a:lvl3pPr>
            <a:lvl4pPr>
              <a:defRPr sz="1350" b="0">
                <a:solidFill>
                  <a:srgbClr val="52636E"/>
                </a:solidFill>
                <a:latin typeface="Malgun Gothic"/>
                <a:ea typeface="Malgun Gothic"/>
                <a:cs typeface="Malgun Gothic"/>
              </a:defRPr>
            </a:lvl4pPr>
            <a:lvl5pPr>
              <a:defRPr sz="1350" b="0">
                <a:solidFill>
                  <a:srgbClr val="52636E"/>
                </a:solidFill>
                <a:latin typeface="Malgun Gothic"/>
                <a:ea typeface="Malgun Gothic"/>
                <a:cs typeface="Malgun Gothic"/>
              </a:defRPr>
            </a:lvl5pPr>
            <a:lvl6pPr>
              <a:defRPr sz="1350" b="0">
                <a:solidFill>
                  <a:srgbClr val="52636E"/>
                </a:solidFill>
                <a:latin typeface="Malgun Gothic"/>
                <a:ea typeface="Malgun Gothic"/>
                <a:cs typeface="Malgun Gothic"/>
              </a:defRPr>
            </a:lvl6pPr>
            <a:lvl7pPr>
              <a:defRPr sz="1350" b="0">
                <a:solidFill>
                  <a:srgbClr val="52636E"/>
                </a:solidFill>
                <a:latin typeface="Malgun Gothic"/>
                <a:ea typeface="Malgun Gothic"/>
                <a:cs typeface="Malgun Gothic"/>
              </a:defRPr>
            </a:lvl7pPr>
            <a:lvl8pPr>
              <a:defRPr sz="1350" b="0">
                <a:solidFill>
                  <a:srgbClr val="52636E"/>
                </a:solidFill>
                <a:latin typeface="Malgun Gothic"/>
                <a:ea typeface="Malgun Gothic"/>
                <a:cs typeface="Malgun Gothic"/>
              </a:defRPr>
            </a:lvl8pPr>
            <a:lvl9pPr>
              <a:defRPr sz="1350" b="0">
                <a:solidFill>
                  <a:srgbClr val="52636E"/>
                </a:solidFill>
                <a:latin typeface="Malgun Gothic"/>
                <a:ea typeface="Malgun Gothic"/>
                <a:cs typeface="Malgun Gothic"/>
              </a:defRPr>
            </a:lvl9pPr>
          </a:lstStyle>
          <a:p xmlns:a="http://schemas.openxmlformats.org/drawingml/2006/main">
            <a:pPr>
              <a:defRPr sz="1350" b="0">
                <a:solidFill>
                  <a:srgbClr val="52636E"/>
                </a:solidFill>
                <a:latin typeface="Malgun Gothic"/>
                <a:ea typeface="Malgun Gothic"/>
                <a:cs typeface="Malgun Gothic"/>
              </a:defRPr>
            </a:pPr>
            <a:r>
              <a:rPr sz="1350" b="0">
                <a:solidFill>
                  <a:srgbClr val="52636E"/>
                </a:solidFill>
                <a:latin typeface="Malgun Gothic"/>
                <a:ea typeface="Malgun Gothic"/>
                <a:cs typeface="Malgun Gothic"/>
              </a:rPr>
              <a:t>실제 PPE Manager Inspector / 전체 원본은 별도 보관</a:t>
            </a:r>
          </a:p>
        </p:txBody>
      </p:sp>
      <p:sp>
        <p:nvSpPr>
          <p:cNvPr id="7" name="text">
            <a:extLst xmlns:a="http://schemas.openxmlformats.org/drawingml/2006/main">
              <a:ext uri="{FF2B5EF4-FFF2-40B4-BE49-F238E27FC236}">
                <a16:creationId xmlns:a16="http://schemas.microsoft.com/office/drawing/2014/main" id="{5F9478CC-CF1E-4B0F-84F6-2A4DD1111008}"/>
              </a:ext>
            </a:extLst>
          </p:cNvPr>
          <p:cNvSpPr>
            <a:spLocks xmlns:a="http://schemas.openxmlformats.org/drawingml/2006/main" noGrp="1"/>
          </p:cNvSpPr>
          <p:nvPr/>
        </p:nvSpPr>
        <p:spPr>
          <a:xfrm xmlns:a="http://schemas.openxmlformats.org/drawingml/2006/main">
            <a:off x="685800" y="58197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66A88"/>
                </a:solidFill>
                <a:latin typeface="Malgun Gothic"/>
                <a:ea typeface="Malgun Gothic"/>
                <a:cs typeface="Malgun Gothic"/>
              </a:defRPr>
            </a:defPPr>
            <a:lvl1pPr>
              <a:defRPr sz="1875" b="1">
                <a:solidFill>
                  <a:srgbClr val="166A88"/>
                </a:solidFill>
                <a:latin typeface="Malgun Gothic"/>
                <a:ea typeface="Malgun Gothic"/>
                <a:cs typeface="Malgun Gothic"/>
              </a:defRPr>
            </a:lvl1pPr>
            <a:lvl2pPr>
              <a:defRPr sz="1875" b="1">
                <a:solidFill>
                  <a:srgbClr val="166A88"/>
                </a:solidFill>
                <a:latin typeface="Malgun Gothic"/>
                <a:ea typeface="Malgun Gothic"/>
                <a:cs typeface="Malgun Gothic"/>
              </a:defRPr>
            </a:lvl2pPr>
            <a:lvl3pPr>
              <a:defRPr sz="1875" b="1">
                <a:solidFill>
                  <a:srgbClr val="166A88"/>
                </a:solidFill>
                <a:latin typeface="Malgun Gothic"/>
                <a:ea typeface="Malgun Gothic"/>
                <a:cs typeface="Malgun Gothic"/>
              </a:defRPr>
            </a:lvl3pPr>
            <a:lvl4pPr>
              <a:defRPr sz="1875" b="1">
                <a:solidFill>
                  <a:srgbClr val="166A88"/>
                </a:solidFill>
                <a:latin typeface="Malgun Gothic"/>
                <a:ea typeface="Malgun Gothic"/>
                <a:cs typeface="Malgun Gothic"/>
              </a:defRPr>
            </a:lvl4pPr>
            <a:lvl5pPr>
              <a:defRPr sz="1875" b="1">
                <a:solidFill>
                  <a:srgbClr val="166A88"/>
                </a:solidFill>
                <a:latin typeface="Malgun Gothic"/>
                <a:ea typeface="Malgun Gothic"/>
                <a:cs typeface="Malgun Gothic"/>
              </a:defRPr>
            </a:lvl5pPr>
            <a:lvl6pPr>
              <a:defRPr sz="1875" b="1">
                <a:solidFill>
                  <a:srgbClr val="166A88"/>
                </a:solidFill>
                <a:latin typeface="Malgun Gothic"/>
                <a:ea typeface="Malgun Gothic"/>
                <a:cs typeface="Malgun Gothic"/>
              </a:defRPr>
            </a:lvl6pPr>
            <a:lvl7pPr>
              <a:defRPr sz="1875" b="1">
                <a:solidFill>
                  <a:srgbClr val="166A88"/>
                </a:solidFill>
                <a:latin typeface="Malgun Gothic"/>
                <a:ea typeface="Malgun Gothic"/>
                <a:cs typeface="Malgun Gothic"/>
              </a:defRPr>
            </a:lvl7pPr>
            <a:lvl8pPr>
              <a:defRPr sz="1875" b="1">
                <a:solidFill>
                  <a:srgbClr val="166A88"/>
                </a:solidFill>
                <a:latin typeface="Malgun Gothic"/>
                <a:ea typeface="Malgun Gothic"/>
                <a:cs typeface="Malgun Gothic"/>
              </a:defRPr>
            </a:lvl8pPr>
            <a:lvl9pPr>
              <a:defRPr sz="1875" b="1">
                <a:solidFill>
                  <a:srgbClr val="166A88"/>
                </a:solidFill>
                <a:latin typeface="Malgun Gothic"/>
                <a:ea typeface="Malgun Gothic"/>
                <a:cs typeface="Malgun Gothic"/>
              </a:defRPr>
            </a:lvl9pPr>
          </a:lstStyle>
          <a:p xmlns:a="http://schemas.openxmlformats.org/drawingml/2006/main">
            <a:pPr>
              <a:defRPr sz="1875" b="1">
                <a:solidFill>
                  <a:srgbClr val="166A88"/>
                </a:solidFill>
                <a:latin typeface="Malgun Gothic"/>
                <a:ea typeface="Malgun Gothic"/>
                <a:cs typeface="Malgun Gothic"/>
              </a:defRPr>
            </a:pPr>
            <a:r>
              <a:rPr sz="1875" b="1">
                <a:solidFill>
                  <a:srgbClr val="166A88"/>
                </a:solidFill>
                <a:latin typeface="Malgun Gothic"/>
                <a:ea typeface="Malgun Gothic"/>
                <a:cs typeface="Malgun Gothic"/>
              </a:rPr>
              <a:t>PPE Stage 전반을 전담했으며, 다른 Stage·공용 App/XR은 팀 영역입니다.</a:t>
            </a:r>
          </a:p>
        </p:txBody>
      </p:sp>
    </p:spTree>
    <p:extLst>
      <p:ext uri="{BB962C8B-B14F-4D97-AF65-F5344CB8AC3E}">
        <p14:creationId xmlns:p14="http://schemas.microsoft.com/office/powerpoint/2010/main" val="806014581"/>
      </p:ext>
    </p:extLst>
  </p:cSld>
</p:sld>
</file>

<file path=ppt/slides/slide4.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8A93C993-A37F-4E60-9E76-B8ADE67ED203}"/>
              </a:ext>
            </a:extLst>
          </p:cNvPr>
          <p:cNvCxnSpPr>
            <a:stCxn xmlns:a="http://schemas.openxmlformats.org/drawingml/2006/main" id="6" idx="3"/>
            <a:endCxn xmlns:a="http://schemas.openxmlformats.org/drawingml/2006/main" id="7" idx="1"/>
          </p:cNvCxnSpPr>
          <p:nvPr/>
        </p:nvCxnSpPr>
        <p:spPr>
          <a:xfrm xmlns:a="http://schemas.openxmlformats.org/drawingml/2006/main">
            <a:off x="8667750" y="2247900"/>
            <a:ext cx="533400" cy="0"/>
          </a:xfrm>
          <a:prstGeom xmlns:a="http://schemas.openxmlformats.org/drawingml/2006/main" prst="straightConnector1">
            <a:avLst/>
          </a:prstGeom>
          <a:ln xmlns:a="http://schemas.openxmlformats.org/drawingml/2006/main" w="19050">
            <a:solidFill>
              <a:srgbClr val="166A88"/>
            </a:solidFill>
            <a:tailEnd type="triangle" w="med" len="med"/>
          </a:ln>
        </p:spPr>
      </p:cxnSp>
      <p:cxnSp>
        <p:nvCxnSpPr>
          <p:cNvPr id="9" name="">
            <a:extLst xmlns:a="http://schemas.openxmlformats.org/drawingml/2006/main">
              <a:ext uri="{FF2B5EF4-FFF2-40B4-BE49-F238E27FC236}">
                <a16:creationId xmlns:a16="http://schemas.microsoft.com/office/drawing/2014/main" id="{5222FA7F-3BCE-445C-836A-E6450224BC29}"/>
              </a:ext>
            </a:extLst>
          </p:cNvPr>
          <p:cNvCxnSpPr>
            <a:stCxn xmlns:a="http://schemas.openxmlformats.org/drawingml/2006/main" id="5" idx="3"/>
            <a:endCxn xmlns:a="http://schemas.openxmlformats.org/drawingml/2006/main" id="6" idx="1"/>
          </p:cNvCxnSpPr>
          <p:nvPr/>
        </p:nvCxnSpPr>
        <p:spPr>
          <a:xfrm xmlns:a="http://schemas.openxmlformats.org/drawingml/2006/main">
            <a:off x="5829300" y="2247900"/>
            <a:ext cx="533400" cy="0"/>
          </a:xfrm>
          <a:prstGeom xmlns:a="http://schemas.openxmlformats.org/drawingml/2006/main" prst="straightConnector1">
            <a:avLst/>
          </a:prstGeom>
          <a:ln xmlns:a="http://schemas.openxmlformats.org/drawingml/2006/main" w="19050">
            <a:solidFill>
              <a:srgbClr val="166A88"/>
            </a:solidFill>
            <a:tailEnd type="triangle" w="med" len="med"/>
          </a:ln>
        </p:spPr>
      </p:cxnSp>
      <p:cxnSp>
        <p:nvCxnSpPr>
          <p:cNvPr id="8" name="">
            <a:extLst xmlns:a="http://schemas.openxmlformats.org/drawingml/2006/main">
              <a:ext uri="{FF2B5EF4-FFF2-40B4-BE49-F238E27FC236}">
                <a16:creationId xmlns:a16="http://schemas.microsoft.com/office/drawing/2014/main" id="{D9116E41-F803-4523-877F-542993AF1FE9}"/>
              </a:ext>
            </a:extLst>
          </p:cNvPr>
          <p:cNvCxnSpPr>
            <a:stCxn xmlns:a="http://schemas.openxmlformats.org/drawingml/2006/main" id="4" idx="3"/>
            <a:endCxn xmlns:a="http://schemas.openxmlformats.org/drawingml/2006/main" id="5" idx="1"/>
          </p:cNvCxnSpPr>
          <p:nvPr/>
        </p:nvCxnSpPr>
        <p:spPr>
          <a:xfrm xmlns:a="http://schemas.openxmlformats.org/drawingml/2006/main">
            <a:off x="2990850" y="2247900"/>
            <a:ext cx="533400" cy="0"/>
          </a:xfrm>
          <a:prstGeom xmlns:a="http://schemas.openxmlformats.org/drawingml/2006/main" prst="straightConnector1">
            <a:avLst/>
          </a:prstGeom>
          <a:ln xmlns:a="http://schemas.openxmlformats.org/drawingml/2006/main" w="19050">
            <a:solidFill>
              <a:srgbClr val="166A88"/>
            </a:solidFill>
            <a:tailEnd type="triangle" w="med" len="med"/>
          </a:ln>
        </p:spPr>
      </p:cxnSp>
      <p:sp>
        <p:nvSpPr>
          <p:cNvPr id="16" name="title">
            <a:extLst xmlns:a="http://schemas.openxmlformats.org/drawingml/2006/main">
              <a:ext uri="{FF2B5EF4-FFF2-40B4-BE49-F238E27FC236}">
                <a16:creationId xmlns:a16="http://schemas.microsoft.com/office/drawing/2014/main" id="{12A630E4-22D1-4CD5-B537-F0EFD6020610}"/>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C38"/>
                </a:solidFill>
                <a:latin typeface="Malgun Gothic"/>
                <a:ea typeface="Malgun Gothic"/>
                <a:cs typeface="Malgun Gothic"/>
              </a:defRPr>
            </a:defPPr>
            <a:lvl1pPr>
              <a:defRPr sz="3300" b="1">
                <a:solidFill>
                  <a:srgbClr val="182C38"/>
                </a:solidFill>
                <a:latin typeface="Malgun Gothic"/>
                <a:ea typeface="Malgun Gothic"/>
                <a:cs typeface="Malgun Gothic"/>
              </a:defRPr>
            </a:lvl1pPr>
            <a:lvl2pPr>
              <a:defRPr sz="3300" b="1">
                <a:solidFill>
                  <a:srgbClr val="182C38"/>
                </a:solidFill>
                <a:latin typeface="Malgun Gothic"/>
                <a:ea typeface="Malgun Gothic"/>
                <a:cs typeface="Malgun Gothic"/>
              </a:defRPr>
            </a:lvl2pPr>
            <a:lvl3pPr>
              <a:defRPr sz="3300" b="1">
                <a:solidFill>
                  <a:srgbClr val="182C38"/>
                </a:solidFill>
                <a:latin typeface="Malgun Gothic"/>
                <a:ea typeface="Malgun Gothic"/>
                <a:cs typeface="Malgun Gothic"/>
              </a:defRPr>
            </a:lvl3pPr>
            <a:lvl4pPr>
              <a:defRPr sz="3300" b="1">
                <a:solidFill>
                  <a:srgbClr val="182C38"/>
                </a:solidFill>
                <a:latin typeface="Malgun Gothic"/>
                <a:ea typeface="Malgun Gothic"/>
                <a:cs typeface="Malgun Gothic"/>
              </a:defRPr>
            </a:lvl4pPr>
            <a:lvl5pPr>
              <a:defRPr sz="3300" b="1">
                <a:solidFill>
                  <a:srgbClr val="182C38"/>
                </a:solidFill>
                <a:latin typeface="Malgun Gothic"/>
                <a:ea typeface="Malgun Gothic"/>
                <a:cs typeface="Malgun Gothic"/>
              </a:defRPr>
            </a:lvl5pPr>
            <a:lvl6pPr>
              <a:defRPr sz="3300" b="1">
                <a:solidFill>
                  <a:srgbClr val="182C38"/>
                </a:solidFill>
                <a:latin typeface="Malgun Gothic"/>
                <a:ea typeface="Malgun Gothic"/>
                <a:cs typeface="Malgun Gothic"/>
              </a:defRPr>
            </a:lvl6pPr>
            <a:lvl7pPr>
              <a:defRPr sz="3300" b="1">
                <a:solidFill>
                  <a:srgbClr val="182C38"/>
                </a:solidFill>
                <a:latin typeface="Malgun Gothic"/>
                <a:ea typeface="Malgun Gothic"/>
                <a:cs typeface="Malgun Gothic"/>
              </a:defRPr>
            </a:lvl7pPr>
            <a:lvl8pPr>
              <a:defRPr sz="3300" b="1">
                <a:solidFill>
                  <a:srgbClr val="182C38"/>
                </a:solidFill>
                <a:latin typeface="Malgun Gothic"/>
                <a:ea typeface="Malgun Gothic"/>
                <a:cs typeface="Malgun Gothic"/>
              </a:defRPr>
            </a:lvl8pPr>
            <a:lvl9pPr>
              <a:defRPr sz="3300" b="1">
                <a:solidFill>
                  <a:srgbClr val="182C38"/>
                </a:solidFill>
                <a:latin typeface="Malgun Gothic"/>
                <a:ea typeface="Malgun Gothic"/>
                <a:cs typeface="Malgun Gothic"/>
              </a:defRPr>
            </a:lvl9pPr>
          </a:lstStyle>
          <a:p xmlns:a="http://schemas.openxmlformats.org/drawingml/2006/main">
            <a:pPr>
              <a:defRPr sz="3300" b="1">
                <a:solidFill>
                  <a:srgbClr val="182C38"/>
                </a:solidFill>
                <a:latin typeface="Malgun Gothic"/>
                <a:ea typeface="Malgun Gothic"/>
                <a:cs typeface="Malgun Gothic"/>
              </a:defRPr>
            </a:pPr>
            <a:r>
              <a:rPr sz="3300" b="1">
                <a:solidFill>
                  <a:srgbClr val="182C38"/>
                </a:solidFill>
                <a:latin typeface="Malgun Gothic"/>
                <a:ea typeface="Malgun Gothic"/>
                <a:cs typeface="Malgun Gothic"/>
              </a:rPr>
              <a:t>XR Grab과 착용 판정 구현</a:t>
            </a:r>
          </a:p>
        </p:txBody>
      </p:sp>
      <p:sp>
        <p:nvSpPr>
          <p:cNvPr id="2" name="source">
            <a:extLst xmlns:a="http://schemas.openxmlformats.org/drawingml/2006/main">
              <a:ext uri="{FF2B5EF4-FFF2-40B4-BE49-F238E27FC236}">
                <a16:creationId xmlns:a16="http://schemas.microsoft.com/office/drawing/2014/main" id="{C016A2F9-84A3-4439-A2D5-123216E2983E}"/>
              </a:ext>
            </a:extLst>
          </p:cNvPr>
          <p:cNvSpPr>
            <a:spLocks xmlns:a="http://schemas.openxmlformats.org/drawingml/2006/main" noGrp="1"/>
          </p:cNvSpPr>
          <p:nvPr/>
        </p:nvSpPr>
        <p:spPr>
          <a:xfrm xmlns:a="http://schemas.openxmlformats.org/drawingml/2006/main">
            <a:off x="685800" y="638175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36E"/>
                </a:solidFill>
                <a:latin typeface="Malgun Gothic"/>
                <a:ea typeface="Malgun Gothic"/>
                <a:cs typeface="Malgun Gothic"/>
              </a:defRPr>
            </a:defPPr>
            <a:lvl1pPr>
              <a:defRPr sz="1200" b="0">
                <a:solidFill>
                  <a:srgbClr val="52636E"/>
                </a:solidFill>
                <a:latin typeface="Malgun Gothic"/>
                <a:ea typeface="Malgun Gothic"/>
                <a:cs typeface="Malgun Gothic"/>
              </a:defRPr>
            </a:lvl1pPr>
            <a:lvl2pPr>
              <a:defRPr sz="1200" b="0">
                <a:solidFill>
                  <a:srgbClr val="52636E"/>
                </a:solidFill>
                <a:latin typeface="Malgun Gothic"/>
                <a:ea typeface="Malgun Gothic"/>
                <a:cs typeface="Malgun Gothic"/>
              </a:defRPr>
            </a:lvl2pPr>
            <a:lvl3pPr>
              <a:defRPr sz="1200" b="0">
                <a:solidFill>
                  <a:srgbClr val="52636E"/>
                </a:solidFill>
                <a:latin typeface="Malgun Gothic"/>
                <a:ea typeface="Malgun Gothic"/>
                <a:cs typeface="Malgun Gothic"/>
              </a:defRPr>
            </a:lvl3pPr>
            <a:lvl4pPr>
              <a:defRPr sz="1200" b="0">
                <a:solidFill>
                  <a:srgbClr val="52636E"/>
                </a:solidFill>
                <a:latin typeface="Malgun Gothic"/>
                <a:ea typeface="Malgun Gothic"/>
                <a:cs typeface="Malgun Gothic"/>
              </a:defRPr>
            </a:lvl4pPr>
            <a:lvl5pPr>
              <a:defRPr sz="1200" b="0">
                <a:solidFill>
                  <a:srgbClr val="52636E"/>
                </a:solidFill>
                <a:latin typeface="Malgun Gothic"/>
                <a:ea typeface="Malgun Gothic"/>
                <a:cs typeface="Malgun Gothic"/>
              </a:defRPr>
            </a:lvl5pPr>
            <a:lvl6pPr>
              <a:defRPr sz="1200" b="0">
                <a:solidFill>
                  <a:srgbClr val="52636E"/>
                </a:solidFill>
                <a:latin typeface="Malgun Gothic"/>
                <a:ea typeface="Malgun Gothic"/>
                <a:cs typeface="Malgun Gothic"/>
              </a:defRPr>
            </a:lvl6pPr>
            <a:lvl7pPr>
              <a:defRPr sz="1200" b="0">
                <a:solidFill>
                  <a:srgbClr val="52636E"/>
                </a:solidFill>
                <a:latin typeface="Malgun Gothic"/>
                <a:ea typeface="Malgun Gothic"/>
                <a:cs typeface="Malgun Gothic"/>
              </a:defRPr>
            </a:lvl7pPr>
            <a:lvl8pPr>
              <a:defRPr sz="1200" b="0">
                <a:solidFill>
                  <a:srgbClr val="52636E"/>
                </a:solidFill>
                <a:latin typeface="Malgun Gothic"/>
                <a:ea typeface="Malgun Gothic"/>
                <a:cs typeface="Malgun Gothic"/>
              </a:defRPr>
            </a:lvl8pPr>
            <a:lvl9pPr>
              <a:defRPr sz="1200" b="0">
                <a:solidFill>
                  <a:srgbClr val="52636E"/>
                </a:solidFill>
                <a:latin typeface="Malgun Gothic"/>
                <a:ea typeface="Malgun Gothic"/>
                <a:cs typeface="Malgun Gothic"/>
              </a:defRPr>
            </a:lvl9pPr>
          </a:lstStyle>
          <a:p xmlns:a="http://schemas.openxmlformats.org/drawingml/2006/main">
            <a:pPr>
              <a:defRPr sz="1200" b="0">
                <a:solidFill>
                  <a:srgbClr val="52636E"/>
                </a:solidFill>
                <a:latin typeface="Malgun Gothic"/>
                <a:ea typeface="Malgun Gothic"/>
                <a:cs typeface="Malgun Gothic"/>
              </a:defRPr>
            </a:pPr>
            <a:r>
              <a:rPr sz="1200" b="0">
                <a:solidFill>
                  <a:srgbClr val="52636E"/>
                </a:solidFill>
                <a:latin typeface="Malgun Gothic"/>
                <a:ea typeface="Malgun Gothic"/>
                <a:cs typeface="Malgun Gothic"/>
              </a:rPr>
              <a:t>핵심: PPEDirectGrabProximityFilter, PPEReleaseEquip, PPEInnerGloveDonning</a:t>
            </a:r>
          </a:p>
        </p:txBody>
      </p:sp>
      <p:sp>
        <p:nvSpPr>
          <p:cNvPr id="3" name="page">
            <a:extLst xmlns:a="http://schemas.openxmlformats.org/drawingml/2006/main">
              <a:ext uri="{FF2B5EF4-FFF2-40B4-BE49-F238E27FC236}">
                <a16:creationId xmlns:a16="http://schemas.microsoft.com/office/drawing/2014/main" id="{649B54ED-8740-4CE1-AC27-F7A3D257126C}"/>
              </a:ext>
            </a:extLst>
          </p:cNvPr>
          <p:cNvSpPr>
            <a:spLocks xmlns:a="http://schemas.openxmlformats.org/drawingml/2006/main" noGrp="1"/>
          </p:cNvSpPr>
          <p:nvPr/>
        </p:nvSpPr>
        <p:spPr>
          <a:xfrm xmlns:a="http://schemas.openxmlformats.org/drawingml/2006/main">
            <a:off x="11115675"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36E"/>
                </a:solidFill>
                <a:latin typeface="Malgun Gothic"/>
                <a:ea typeface="Malgun Gothic"/>
                <a:cs typeface="Malgun Gothic"/>
              </a:defRPr>
            </a:defPPr>
            <a:lvl1pPr>
              <a:defRPr sz="1500" b="0">
                <a:solidFill>
                  <a:srgbClr val="52636E"/>
                </a:solidFill>
                <a:latin typeface="Malgun Gothic"/>
                <a:ea typeface="Malgun Gothic"/>
                <a:cs typeface="Malgun Gothic"/>
              </a:defRPr>
            </a:lvl1pPr>
            <a:lvl2pPr>
              <a:defRPr sz="1500" b="0">
                <a:solidFill>
                  <a:srgbClr val="52636E"/>
                </a:solidFill>
                <a:latin typeface="Malgun Gothic"/>
                <a:ea typeface="Malgun Gothic"/>
                <a:cs typeface="Malgun Gothic"/>
              </a:defRPr>
            </a:lvl2pPr>
            <a:lvl3pPr>
              <a:defRPr sz="1500" b="0">
                <a:solidFill>
                  <a:srgbClr val="52636E"/>
                </a:solidFill>
                <a:latin typeface="Malgun Gothic"/>
                <a:ea typeface="Malgun Gothic"/>
                <a:cs typeface="Malgun Gothic"/>
              </a:defRPr>
            </a:lvl3pPr>
            <a:lvl4pPr>
              <a:defRPr sz="1500" b="0">
                <a:solidFill>
                  <a:srgbClr val="52636E"/>
                </a:solidFill>
                <a:latin typeface="Malgun Gothic"/>
                <a:ea typeface="Malgun Gothic"/>
                <a:cs typeface="Malgun Gothic"/>
              </a:defRPr>
            </a:lvl4pPr>
            <a:lvl5pPr>
              <a:defRPr sz="1500" b="0">
                <a:solidFill>
                  <a:srgbClr val="52636E"/>
                </a:solidFill>
                <a:latin typeface="Malgun Gothic"/>
                <a:ea typeface="Malgun Gothic"/>
                <a:cs typeface="Malgun Gothic"/>
              </a:defRPr>
            </a:lvl5pPr>
            <a:lvl6pPr>
              <a:defRPr sz="1500" b="0">
                <a:solidFill>
                  <a:srgbClr val="52636E"/>
                </a:solidFill>
                <a:latin typeface="Malgun Gothic"/>
                <a:ea typeface="Malgun Gothic"/>
                <a:cs typeface="Malgun Gothic"/>
              </a:defRPr>
            </a:lvl6pPr>
            <a:lvl7pPr>
              <a:defRPr sz="1500" b="0">
                <a:solidFill>
                  <a:srgbClr val="52636E"/>
                </a:solidFill>
                <a:latin typeface="Malgun Gothic"/>
                <a:ea typeface="Malgun Gothic"/>
                <a:cs typeface="Malgun Gothic"/>
              </a:defRPr>
            </a:lvl7pPr>
            <a:lvl8pPr>
              <a:defRPr sz="1500" b="0">
                <a:solidFill>
                  <a:srgbClr val="52636E"/>
                </a:solidFill>
                <a:latin typeface="Malgun Gothic"/>
                <a:ea typeface="Malgun Gothic"/>
                <a:cs typeface="Malgun Gothic"/>
              </a:defRPr>
            </a:lvl8pPr>
            <a:lvl9pPr>
              <a:defRPr sz="1500" b="0">
                <a:solidFill>
                  <a:srgbClr val="52636E"/>
                </a:solidFill>
                <a:latin typeface="Malgun Gothic"/>
                <a:ea typeface="Malgun Gothic"/>
                <a:cs typeface="Malgun Gothic"/>
              </a:defRPr>
            </a:lvl9pPr>
          </a:lstStyle>
          <a:p xmlns:a="http://schemas.openxmlformats.org/drawingml/2006/main">
            <a:pPr>
              <a:defRPr sz="1500" b="0">
                <a:solidFill>
                  <a:srgbClr val="52636E"/>
                </a:solidFill>
                <a:latin typeface="Malgun Gothic"/>
                <a:ea typeface="Malgun Gothic"/>
                <a:cs typeface="Malgun Gothic"/>
              </a:defRPr>
            </a:pPr>
            <a:r>
              <a:rPr sz="1500" b="0">
                <a:solidFill>
                  <a:srgbClr val="52636E"/>
                </a:solidFill>
                <a:latin typeface="Malgun Gothic"/>
                <a:ea typeface="Malgun Gothic"/>
                <a:cs typeface="Malgun Gothic"/>
              </a:rPr>
              <a:t>04</a:t>
            </a:r>
          </a:p>
        </p:txBody>
      </p:sp>
      <p:sp>
        <p:nvSpPr>
          <p:cNvPr id="4" name="Grip Grab&#10;근접 Collider">
            <a:extLst xmlns:a="http://schemas.openxmlformats.org/drawingml/2006/main">
              <a:ext uri="{FF2B5EF4-FFF2-40B4-BE49-F238E27FC236}">
                <a16:creationId xmlns:a16="http://schemas.microsoft.com/office/drawing/2014/main" id="{D9031411-4425-47DE-9717-9C178407084E}"/>
              </a:ext>
            </a:extLst>
          </p:cNvPr>
          <p:cNvSpPr>
            <a:spLocks xmlns:a="http://schemas.openxmlformats.org/drawingml/2006/main" noGrp="1"/>
          </p:cNvSpPr>
          <p:nvPr/>
        </p:nvSpPr>
        <p:spPr>
          <a:xfrm xmlns:a="http://schemas.openxmlformats.org/drawingml/2006/main">
            <a:off x="685800" y="1733550"/>
            <a:ext cx="2305050" cy="1028700"/>
          </a:xfrm>
          <a:prstGeom xmlns:a="http://schemas.openxmlformats.org/drawingml/2006/main" prst="rect">
            <a:avLst/>
          </a:prstGeom>
          <a:solidFill xmlns:a="http://schemas.openxmlformats.org/drawingml/2006/main">
            <a:srgbClr val="E9F1F3"/>
          </a:solidFill>
          <a:ln xmlns:a="http://schemas.openxmlformats.org/drawingml/2006/main" w="12383">
            <a:solidFill>
              <a:srgbClr val="B8CBD2"/>
            </a:solidFill>
          </a:ln>
        </p:spPr>
        <p:txBody>
          <a:bodyPr xmlns:a="http://schemas.openxmlformats.org/drawingml/2006/main" lIns="114300" tIns="114300" rIns="114300" bIns="114300" anchor="ctr"/>
          <a:lstStyle xmlns:a="http://schemas.openxmlformats.org/drawingml/2006/main">
            <a:defPPr algn="ctr">
              <a:defRPr sz="1800">
                <a:solidFill>
                  <a:srgbClr val="182C38"/>
                </a:solidFill>
                <a:latin typeface="Malgun Gothic"/>
                <a:ea typeface="Malgun Gothic"/>
                <a:cs typeface="Malgun Gothic"/>
              </a:defRPr>
            </a:defPPr>
            <a:lvl1pPr algn="ctr">
              <a:defRPr sz="1800">
                <a:solidFill>
                  <a:srgbClr val="182C38"/>
                </a:solidFill>
                <a:latin typeface="Malgun Gothic"/>
                <a:ea typeface="Malgun Gothic"/>
                <a:cs typeface="Malgun Gothic"/>
              </a:defRPr>
            </a:lvl1pPr>
            <a:lvl2pPr algn="ctr">
              <a:defRPr sz="1800">
                <a:solidFill>
                  <a:srgbClr val="182C38"/>
                </a:solidFill>
                <a:latin typeface="Malgun Gothic"/>
                <a:ea typeface="Malgun Gothic"/>
                <a:cs typeface="Malgun Gothic"/>
              </a:defRPr>
            </a:lvl2pPr>
            <a:lvl3pPr algn="ctr">
              <a:defRPr sz="1800">
                <a:solidFill>
                  <a:srgbClr val="182C38"/>
                </a:solidFill>
                <a:latin typeface="Malgun Gothic"/>
                <a:ea typeface="Malgun Gothic"/>
                <a:cs typeface="Malgun Gothic"/>
              </a:defRPr>
            </a:lvl3pPr>
            <a:lvl4pPr algn="ctr">
              <a:defRPr sz="1800">
                <a:solidFill>
                  <a:srgbClr val="182C38"/>
                </a:solidFill>
                <a:latin typeface="Malgun Gothic"/>
                <a:ea typeface="Malgun Gothic"/>
                <a:cs typeface="Malgun Gothic"/>
              </a:defRPr>
            </a:lvl4pPr>
            <a:lvl5pPr algn="ctr">
              <a:defRPr sz="1800">
                <a:solidFill>
                  <a:srgbClr val="182C38"/>
                </a:solidFill>
                <a:latin typeface="Malgun Gothic"/>
                <a:ea typeface="Malgun Gothic"/>
                <a:cs typeface="Malgun Gothic"/>
              </a:defRPr>
            </a:lvl5pPr>
            <a:lvl6pPr algn="ctr">
              <a:defRPr sz="1800">
                <a:solidFill>
                  <a:srgbClr val="182C38"/>
                </a:solidFill>
                <a:latin typeface="Malgun Gothic"/>
                <a:ea typeface="Malgun Gothic"/>
                <a:cs typeface="Malgun Gothic"/>
              </a:defRPr>
            </a:lvl6pPr>
            <a:lvl7pPr algn="ctr">
              <a:defRPr sz="1800">
                <a:solidFill>
                  <a:srgbClr val="182C38"/>
                </a:solidFill>
                <a:latin typeface="Malgun Gothic"/>
                <a:ea typeface="Malgun Gothic"/>
                <a:cs typeface="Malgun Gothic"/>
              </a:defRPr>
            </a:lvl7pPr>
            <a:lvl8pPr algn="ctr">
              <a:defRPr sz="1800">
                <a:solidFill>
                  <a:srgbClr val="182C38"/>
                </a:solidFill>
                <a:latin typeface="Malgun Gothic"/>
                <a:ea typeface="Malgun Gothic"/>
                <a:cs typeface="Malgun Gothic"/>
              </a:defRPr>
            </a:lvl8pPr>
            <a:lvl9pPr algn="ctr">
              <a:defRPr sz="1800">
                <a:solidFill>
                  <a:srgbClr val="182C38"/>
                </a:solidFill>
                <a:latin typeface="Malgun Gothic"/>
                <a:ea typeface="Malgun Gothic"/>
                <a:cs typeface="Malgun Gothic"/>
              </a:defRPr>
            </a:lvl9pPr>
          </a:lstStyle>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Grip Grab</a:t>
            </a:r>
          </a:p>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근접 Collider</a:t>
            </a:r>
          </a:p>
        </p:txBody>
      </p:sp>
      <p:sp>
        <p:nvSpPr>
          <p:cNvPr id="5" name="목표로 이동&#10;손·얼굴·몸·하체">
            <a:extLst xmlns:a="http://schemas.openxmlformats.org/drawingml/2006/main">
              <a:ext uri="{FF2B5EF4-FFF2-40B4-BE49-F238E27FC236}">
                <a16:creationId xmlns:a16="http://schemas.microsoft.com/office/drawing/2014/main" id="{82FD2D1D-3C92-408F-8491-C22430B323FE}"/>
              </a:ext>
            </a:extLst>
          </p:cNvPr>
          <p:cNvSpPr>
            <a:spLocks xmlns:a="http://schemas.openxmlformats.org/drawingml/2006/main" noGrp="1"/>
          </p:cNvSpPr>
          <p:nvPr/>
        </p:nvSpPr>
        <p:spPr>
          <a:xfrm xmlns:a="http://schemas.openxmlformats.org/drawingml/2006/main">
            <a:off x="3524250" y="1733550"/>
            <a:ext cx="2305050" cy="1028700"/>
          </a:xfrm>
          <a:prstGeom xmlns:a="http://schemas.openxmlformats.org/drawingml/2006/main" prst="rect">
            <a:avLst/>
          </a:prstGeom>
          <a:solidFill xmlns:a="http://schemas.openxmlformats.org/drawingml/2006/main">
            <a:srgbClr val="E9F1F3"/>
          </a:solidFill>
          <a:ln xmlns:a="http://schemas.openxmlformats.org/drawingml/2006/main" w="12383">
            <a:solidFill>
              <a:srgbClr val="B8CBD2"/>
            </a:solidFill>
          </a:ln>
        </p:spPr>
        <p:txBody>
          <a:bodyPr xmlns:a="http://schemas.openxmlformats.org/drawingml/2006/main" lIns="114300" tIns="114300" rIns="114300" bIns="114300" anchor="ctr"/>
          <a:lstStyle xmlns:a="http://schemas.openxmlformats.org/drawingml/2006/main">
            <a:defPPr algn="ctr">
              <a:defRPr sz="1800">
                <a:solidFill>
                  <a:srgbClr val="182C38"/>
                </a:solidFill>
                <a:latin typeface="Malgun Gothic"/>
                <a:ea typeface="Malgun Gothic"/>
                <a:cs typeface="Malgun Gothic"/>
              </a:defRPr>
            </a:defPPr>
            <a:lvl1pPr algn="ctr">
              <a:defRPr sz="1800">
                <a:solidFill>
                  <a:srgbClr val="182C38"/>
                </a:solidFill>
                <a:latin typeface="Malgun Gothic"/>
                <a:ea typeface="Malgun Gothic"/>
                <a:cs typeface="Malgun Gothic"/>
              </a:defRPr>
            </a:lvl1pPr>
            <a:lvl2pPr algn="ctr">
              <a:defRPr sz="1800">
                <a:solidFill>
                  <a:srgbClr val="182C38"/>
                </a:solidFill>
                <a:latin typeface="Malgun Gothic"/>
                <a:ea typeface="Malgun Gothic"/>
                <a:cs typeface="Malgun Gothic"/>
              </a:defRPr>
            </a:lvl2pPr>
            <a:lvl3pPr algn="ctr">
              <a:defRPr sz="1800">
                <a:solidFill>
                  <a:srgbClr val="182C38"/>
                </a:solidFill>
                <a:latin typeface="Malgun Gothic"/>
                <a:ea typeface="Malgun Gothic"/>
                <a:cs typeface="Malgun Gothic"/>
              </a:defRPr>
            </a:lvl3pPr>
            <a:lvl4pPr algn="ctr">
              <a:defRPr sz="1800">
                <a:solidFill>
                  <a:srgbClr val="182C38"/>
                </a:solidFill>
                <a:latin typeface="Malgun Gothic"/>
                <a:ea typeface="Malgun Gothic"/>
                <a:cs typeface="Malgun Gothic"/>
              </a:defRPr>
            </a:lvl4pPr>
            <a:lvl5pPr algn="ctr">
              <a:defRPr sz="1800">
                <a:solidFill>
                  <a:srgbClr val="182C38"/>
                </a:solidFill>
                <a:latin typeface="Malgun Gothic"/>
                <a:ea typeface="Malgun Gothic"/>
                <a:cs typeface="Malgun Gothic"/>
              </a:defRPr>
            </a:lvl5pPr>
            <a:lvl6pPr algn="ctr">
              <a:defRPr sz="1800">
                <a:solidFill>
                  <a:srgbClr val="182C38"/>
                </a:solidFill>
                <a:latin typeface="Malgun Gothic"/>
                <a:ea typeface="Malgun Gothic"/>
                <a:cs typeface="Malgun Gothic"/>
              </a:defRPr>
            </a:lvl6pPr>
            <a:lvl7pPr algn="ctr">
              <a:defRPr sz="1800">
                <a:solidFill>
                  <a:srgbClr val="182C38"/>
                </a:solidFill>
                <a:latin typeface="Malgun Gothic"/>
                <a:ea typeface="Malgun Gothic"/>
                <a:cs typeface="Malgun Gothic"/>
              </a:defRPr>
            </a:lvl7pPr>
            <a:lvl8pPr algn="ctr">
              <a:defRPr sz="1800">
                <a:solidFill>
                  <a:srgbClr val="182C38"/>
                </a:solidFill>
                <a:latin typeface="Malgun Gothic"/>
                <a:ea typeface="Malgun Gothic"/>
                <a:cs typeface="Malgun Gothic"/>
              </a:defRPr>
            </a:lvl8pPr>
            <a:lvl9pPr algn="ctr">
              <a:defRPr sz="1800">
                <a:solidFill>
                  <a:srgbClr val="182C38"/>
                </a:solidFill>
                <a:latin typeface="Malgun Gothic"/>
                <a:ea typeface="Malgun Gothic"/>
                <a:cs typeface="Malgun Gothic"/>
              </a:defRPr>
            </a:lvl9pPr>
          </a:lstStyle>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목표로 이동</a:t>
            </a:r>
          </a:p>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손·얼굴·몸·하체</a:t>
            </a:r>
          </a:p>
        </p:txBody>
      </p:sp>
      <p:sp>
        <p:nvSpPr>
          <p:cNvPr id="6" name="Release 검사&#10;추적·거리·순서">
            <a:extLst xmlns:a="http://schemas.openxmlformats.org/drawingml/2006/main">
              <a:ext uri="{FF2B5EF4-FFF2-40B4-BE49-F238E27FC236}">
                <a16:creationId xmlns:a16="http://schemas.microsoft.com/office/drawing/2014/main" id="{A8FFF312-2298-4113-8F75-91E2071384C1}"/>
              </a:ext>
            </a:extLst>
          </p:cNvPr>
          <p:cNvSpPr>
            <a:spLocks xmlns:a="http://schemas.openxmlformats.org/drawingml/2006/main" noGrp="1"/>
          </p:cNvSpPr>
          <p:nvPr/>
        </p:nvSpPr>
        <p:spPr>
          <a:xfrm xmlns:a="http://schemas.openxmlformats.org/drawingml/2006/main">
            <a:off x="6362700" y="1733550"/>
            <a:ext cx="2305050" cy="1028700"/>
          </a:xfrm>
          <a:prstGeom xmlns:a="http://schemas.openxmlformats.org/drawingml/2006/main" prst="rect">
            <a:avLst/>
          </a:prstGeom>
          <a:solidFill xmlns:a="http://schemas.openxmlformats.org/drawingml/2006/main">
            <a:srgbClr val="E9F1F3"/>
          </a:solidFill>
          <a:ln xmlns:a="http://schemas.openxmlformats.org/drawingml/2006/main" w="12383">
            <a:solidFill>
              <a:srgbClr val="B8CBD2"/>
            </a:solidFill>
          </a:ln>
        </p:spPr>
        <p:txBody>
          <a:bodyPr xmlns:a="http://schemas.openxmlformats.org/drawingml/2006/main" lIns="114300" tIns="114300" rIns="114300" bIns="114300" anchor="ctr"/>
          <a:lstStyle xmlns:a="http://schemas.openxmlformats.org/drawingml/2006/main">
            <a:defPPr algn="ctr">
              <a:defRPr sz="1800">
                <a:solidFill>
                  <a:srgbClr val="182C38"/>
                </a:solidFill>
                <a:latin typeface="Malgun Gothic"/>
                <a:ea typeface="Malgun Gothic"/>
                <a:cs typeface="Malgun Gothic"/>
              </a:defRPr>
            </a:defPPr>
            <a:lvl1pPr algn="ctr">
              <a:defRPr sz="1800">
                <a:solidFill>
                  <a:srgbClr val="182C38"/>
                </a:solidFill>
                <a:latin typeface="Malgun Gothic"/>
                <a:ea typeface="Malgun Gothic"/>
                <a:cs typeface="Malgun Gothic"/>
              </a:defRPr>
            </a:lvl1pPr>
            <a:lvl2pPr algn="ctr">
              <a:defRPr sz="1800">
                <a:solidFill>
                  <a:srgbClr val="182C38"/>
                </a:solidFill>
                <a:latin typeface="Malgun Gothic"/>
                <a:ea typeface="Malgun Gothic"/>
                <a:cs typeface="Malgun Gothic"/>
              </a:defRPr>
            </a:lvl2pPr>
            <a:lvl3pPr algn="ctr">
              <a:defRPr sz="1800">
                <a:solidFill>
                  <a:srgbClr val="182C38"/>
                </a:solidFill>
                <a:latin typeface="Malgun Gothic"/>
                <a:ea typeface="Malgun Gothic"/>
                <a:cs typeface="Malgun Gothic"/>
              </a:defRPr>
            </a:lvl3pPr>
            <a:lvl4pPr algn="ctr">
              <a:defRPr sz="1800">
                <a:solidFill>
                  <a:srgbClr val="182C38"/>
                </a:solidFill>
                <a:latin typeface="Malgun Gothic"/>
                <a:ea typeface="Malgun Gothic"/>
                <a:cs typeface="Malgun Gothic"/>
              </a:defRPr>
            </a:lvl4pPr>
            <a:lvl5pPr algn="ctr">
              <a:defRPr sz="1800">
                <a:solidFill>
                  <a:srgbClr val="182C38"/>
                </a:solidFill>
                <a:latin typeface="Malgun Gothic"/>
                <a:ea typeface="Malgun Gothic"/>
                <a:cs typeface="Malgun Gothic"/>
              </a:defRPr>
            </a:lvl5pPr>
            <a:lvl6pPr algn="ctr">
              <a:defRPr sz="1800">
                <a:solidFill>
                  <a:srgbClr val="182C38"/>
                </a:solidFill>
                <a:latin typeface="Malgun Gothic"/>
                <a:ea typeface="Malgun Gothic"/>
                <a:cs typeface="Malgun Gothic"/>
              </a:defRPr>
            </a:lvl6pPr>
            <a:lvl7pPr algn="ctr">
              <a:defRPr sz="1800">
                <a:solidFill>
                  <a:srgbClr val="182C38"/>
                </a:solidFill>
                <a:latin typeface="Malgun Gothic"/>
                <a:ea typeface="Malgun Gothic"/>
                <a:cs typeface="Malgun Gothic"/>
              </a:defRPr>
            </a:lvl7pPr>
            <a:lvl8pPr algn="ctr">
              <a:defRPr sz="1800">
                <a:solidFill>
                  <a:srgbClr val="182C38"/>
                </a:solidFill>
                <a:latin typeface="Malgun Gothic"/>
                <a:ea typeface="Malgun Gothic"/>
                <a:cs typeface="Malgun Gothic"/>
              </a:defRPr>
            </a:lvl8pPr>
            <a:lvl9pPr algn="ctr">
              <a:defRPr sz="1800">
                <a:solidFill>
                  <a:srgbClr val="182C38"/>
                </a:solidFill>
                <a:latin typeface="Malgun Gothic"/>
                <a:ea typeface="Malgun Gothic"/>
                <a:cs typeface="Malgun Gothic"/>
              </a:defRPr>
            </a:lvl9pPr>
          </a:lstStyle>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Release 검사</a:t>
            </a:r>
          </a:p>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추적·거리·순서</a:t>
            </a:r>
          </a:p>
        </p:txBody>
      </p:sp>
      <p:sp>
        <p:nvSpPr>
          <p:cNvPr id="7" name="결과 피드백&#10;상태·UI·TTS">
            <a:extLst xmlns:a="http://schemas.openxmlformats.org/drawingml/2006/main">
              <a:ext uri="{FF2B5EF4-FFF2-40B4-BE49-F238E27FC236}">
                <a16:creationId xmlns:a16="http://schemas.microsoft.com/office/drawing/2014/main" id="{DBD6CCB3-CF23-4EBF-87F6-6DBC4E9DE299}"/>
              </a:ext>
            </a:extLst>
          </p:cNvPr>
          <p:cNvSpPr>
            <a:spLocks xmlns:a="http://schemas.openxmlformats.org/drawingml/2006/main" noGrp="1"/>
          </p:cNvSpPr>
          <p:nvPr/>
        </p:nvSpPr>
        <p:spPr>
          <a:xfrm xmlns:a="http://schemas.openxmlformats.org/drawingml/2006/main">
            <a:off x="9201150" y="1733550"/>
            <a:ext cx="2305050" cy="1028700"/>
          </a:xfrm>
          <a:prstGeom xmlns:a="http://schemas.openxmlformats.org/drawingml/2006/main" prst="rect">
            <a:avLst/>
          </a:prstGeom>
          <a:solidFill xmlns:a="http://schemas.openxmlformats.org/drawingml/2006/main">
            <a:srgbClr val="E9F1F3"/>
          </a:solidFill>
          <a:ln xmlns:a="http://schemas.openxmlformats.org/drawingml/2006/main" w="12383">
            <a:solidFill>
              <a:srgbClr val="B8CBD2"/>
            </a:solidFill>
          </a:ln>
        </p:spPr>
        <p:txBody>
          <a:bodyPr xmlns:a="http://schemas.openxmlformats.org/drawingml/2006/main" lIns="114300" tIns="114300" rIns="114300" bIns="114300" anchor="ctr"/>
          <a:lstStyle xmlns:a="http://schemas.openxmlformats.org/drawingml/2006/main">
            <a:defPPr algn="ctr">
              <a:defRPr sz="1800">
                <a:solidFill>
                  <a:srgbClr val="182C38"/>
                </a:solidFill>
                <a:latin typeface="Malgun Gothic"/>
                <a:ea typeface="Malgun Gothic"/>
                <a:cs typeface="Malgun Gothic"/>
              </a:defRPr>
            </a:defPPr>
            <a:lvl1pPr algn="ctr">
              <a:defRPr sz="1800">
                <a:solidFill>
                  <a:srgbClr val="182C38"/>
                </a:solidFill>
                <a:latin typeface="Malgun Gothic"/>
                <a:ea typeface="Malgun Gothic"/>
                <a:cs typeface="Malgun Gothic"/>
              </a:defRPr>
            </a:lvl1pPr>
            <a:lvl2pPr algn="ctr">
              <a:defRPr sz="1800">
                <a:solidFill>
                  <a:srgbClr val="182C38"/>
                </a:solidFill>
                <a:latin typeface="Malgun Gothic"/>
                <a:ea typeface="Malgun Gothic"/>
                <a:cs typeface="Malgun Gothic"/>
              </a:defRPr>
            </a:lvl2pPr>
            <a:lvl3pPr algn="ctr">
              <a:defRPr sz="1800">
                <a:solidFill>
                  <a:srgbClr val="182C38"/>
                </a:solidFill>
                <a:latin typeface="Malgun Gothic"/>
                <a:ea typeface="Malgun Gothic"/>
                <a:cs typeface="Malgun Gothic"/>
              </a:defRPr>
            </a:lvl3pPr>
            <a:lvl4pPr algn="ctr">
              <a:defRPr sz="1800">
                <a:solidFill>
                  <a:srgbClr val="182C38"/>
                </a:solidFill>
                <a:latin typeface="Malgun Gothic"/>
                <a:ea typeface="Malgun Gothic"/>
                <a:cs typeface="Malgun Gothic"/>
              </a:defRPr>
            </a:lvl4pPr>
            <a:lvl5pPr algn="ctr">
              <a:defRPr sz="1800">
                <a:solidFill>
                  <a:srgbClr val="182C38"/>
                </a:solidFill>
                <a:latin typeface="Malgun Gothic"/>
                <a:ea typeface="Malgun Gothic"/>
                <a:cs typeface="Malgun Gothic"/>
              </a:defRPr>
            </a:lvl5pPr>
            <a:lvl6pPr algn="ctr">
              <a:defRPr sz="1800">
                <a:solidFill>
                  <a:srgbClr val="182C38"/>
                </a:solidFill>
                <a:latin typeface="Malgun Gothic"/>
                <a:ea typeface="Malgun Gothic"/>
                <a:cs typeface="Malgun Gothic"/>
              </a:defRPr>
            </a:lvl6pPr>
            <a:lvl7pPr algn="ctr">
              <a:defRPr sz="1800">
                <a:solidFill>
                  <a:srgbClr val="182C38"/>
                </a:solidFill>
                <a:latin typeface="Malgun Gothic"/>
                <a:ea typeface="Malgun Gothic"/>
                <a:cs typeface="Malgun Gothic"/>
              </a:defRPr>
            </a:lvl7pPr>
            <a:lvl8pPr algn="ctr">
              <a:defRPr sz="1800">
                <a:solidFill>
                  <a:srgbClr val="182C38"/>
                </a:solidFill>
                <a:latin typeface="Malgun Gothic"/>
                <a:ea typeface="Malgun Gothic"/>
                <a:cs typeface="Malgun Gothic"/>
              </a:defRPr>
            </a:lvl8pPr>
            <a:lvl9pPr algn="ctr">
              <a:defRPr sz="1800">
                <a:solidFill>
                  <a:srgbClr val="182C38"/>
                </a:solidFill>
                <a:latin typeface="Malgun Gothic"/>
                <a:ea typeface="Malgun Gothic"/>
                <a:cs typeface="Malgun Gothic"/>
              </a:defRPr>
            </a:lvl9pPr>
          </a:lstStyle>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결과 피드백</a:t>
            </a:r>
          </a:p>
          <a:p xmlns:a="http://schemas.openxmlformats.org/drawingml/2006/main">
            <a:pPr algn="ctr">
              <a:defRPr sz="1800">
                <a:solidFill>
                  <a:srgbClr val="182C38"/>
                </a:solidFill>
                <a:latin typeface="Malgun Gothic"/>
                <a:ea typeface="Malgun Gothic"/>
                <a:cs typeface="Malgun Gothic"/>
              </a:defRPr>
            </a:pPr>
            <a:r>
              <a:rPr sz="1800">
                <a:solidFill>
                  <a:srgbClr val="182C38"/>
                </a:solidFill>
                <a:latin typeface="Malgun Gothic"/>
                <a:ea typeface="Malgun Gothic"/>
                <a:cs typeface="Malgun Gothic"/>
              </a:rPr>
              <a:t>상태·UI·TTS</a:t>
            </a:r>
          </a:p>
        </p:txBody>
      </p:sp>
      <p:sp>
        <p:nvSpPr>
          <p:cNvPr id="11" name="text">
            <a:extLst xmlns:a="http://schemas.openxmlformats.org/drawingml/2006/main">
              <a:ext uri="{FF2B5EF4-FFF2-40B4-BE49-F238E27FC236}">
                <a16:creationId xmlns:a16="http://schemas.microsoft.com/office/drawing/2014/main" id="{1B28681A-C086-4B89-B2F0-226D0BF7A939}"/>
              </a:ext>
            </a:extLst>
          </p:cNvPr>
          <p:cNvSpPr>
            <a:spLocks xmlns:a="http://schemas.openxmlformats.org/drawingml/2006/main" noGrp="1"/>
          </p:cNvSpPr>
          <p:nvPr/>
        </p:nvSpPr>
        <p:spPr>
          <a:xfrm xmlns:a="http://schemas.openxmlformats.org/drawingml/2006/main">
            <a:off x="685800" y="29527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36E"/>
                </a:solidFill>
                <a:latin typeface="Malgun Gothic"/>
                <a:ea typeface="Malgun Gothic"/>
                <a:cs typeface="Malgun Gothic"/>
              </a:defRPr>
            </a:defPPr>
            <a:lvl1pPr>
              <a:defRPr sz="1500" b="0">
                <a:solidFill>
                  <a:srgbClr val="52636E"/>
                </a:solidFill>
                <a:latin typeface="Malgun Gothic"/>
                <a:ea typeface="Malgun Gothic"/>
                <a:cs typeface="Malgun Gothic"/>
              </a:defRPr>
            </a:lvl1pPr>
            <a:lvl2pPr>
              <a:defRPr sz="1500" b="0">
                <a:solidFill>
                  <a:srgbClr val="52636E"/>
                </a:solidFill>
                <a:latin typeface="Malgun Gothic"/>
                <a:ea typeface="Malgun Gothic"/>
                <a:cs typeface="Malgun Gothic"/>
              </a:defRPr>
            </a:lvl2pPr>
            <a:lvl3pPr>
              <a:defRPr sz="1500" b="0">
                <a:solidFill>
                  <a:srgbClr val="52636E"/>
                </a:solidFill>
                <a:latin typeface="Malgun Gothic"/>
                <a:ea typeface="Malgun Gothic"/>
                <a:cs typeface="Malgun Gothic"/>
              </a:defRPr>
            </a:lvl3pPr>
            <a:lvl4pPr>
              <a:defRPr sz="1500" b="0">
                <a:solidFill>
                  <a:srgbClr val="52636E"/>
                </a:solidFill>
                <a:latin typeface="Malgun Gothic"/>
                <a:ea typeface="Malgun Gothic"/>
                <a:cs typeface="Malgun Gothic"/>
              </a:defRPr>
            </a:lvl4pPr>
            <a:lvl5pPr>
              <a:defRPr sz="1500" b="0">
                <a:solidFill>
                  <a:srgbClr val="52636E"/>
                </a:solidFill>
                <a:latin typeface="Malgun Gothic"/>
                <a:ea typeface="Malgun Gothic"/>
                <a:cs typeface="Malgun Gothic"/>
              </a:defRPr>
            </a:lvl5pPr>
            <a:lvl6pPr>
              <a:defRPr sz="1500" b="0">
                <a:solidFill>
                  <a:srgbClr val="52636E"/>
                </a:solidFill>
                <a:latin typeface="Malgun Gothic"/>
                <a:ea typeface="Malgun Gothic"/>
                <a:cs typeface="Malgun Gothic"/>
              </a:defRPr>
            </a:lvl6pPr>
            <a:lvl7pPr>
              <a:defRPr sz="1500" b="0">
                <a:solidFill>
                  <a:srgbClr val="52636E"/>
                </a:solidFill>
                <a:latin typeface="Malgun Gothic"/>
                <a:ea typeface="Malgun Gothic"/>
                <a:cs typeface="Malgun Gothic"/>
              </a:defRPr>
            </a:lvl7pPr>
            <a:lvl8pPr>
              <a:defRPr sz="1500" b="0">
                <a:solidFill>
                  <a:srgbClr val="52636E"/>
                </a:solidFill>
                <a:latin typeface="Malgun Gothic"/>
                <a:ea typeface="Malgun Gothic"/>
                <a:cs typeface="Malgun Gothic"/>
              </a:defRPr>
            </a:lvl8pPr>
            <a:lvl9pPr>
              <a:defRPr sz="1500" b="0">
                <a:solidFill>
                  <a:srgbClr val="52636E"/>
                </a:solidFill>
                <a:latin typeface="Malgun Gothic"/>
                <a:ea typeface="Malgun Gothic"/>
                <a:cs typeface="Malgun Gothic"/>
              </a:defRPr>
            </a:lvl9pPr>
          </a:lstStyle>
          <a:p xmlns:a="http://schemas.openxmlformats.org/drawingml/2006/main">
            <a:pPr>
              <a:defRPr sz="1500" b="0">
                <a:solidFill>
                  <a:srgbClr val="52636E"/>
                </a:solidFill>
                <a:latin typeface="Malgun Gothic"/>
                <a:ea typeface="Malgun Gothic"/>
                <a:cs typeface="Malgun Gothic"/>
              </a:defRPr>
            </a:pPr>
            <a:r>
              <a:rPr sz="1500" b="0">
                <a:solidFill>
                  <a:srgbClr val="52636E"/>
                </a:solidFill>
                <a:latin typeface="Malgun Gothic"/>
                <a:ea typeface="Malgun Gothic"/>
                <a:cs typeface="Malgun Gothic"/>
              </a:rPr>
              <a:t>코드 기반 상호작용 흐름</a:t>
            </a:r>
          </a:p>
        </p:txBody>
      </p:sp>
      <p:sp>
        <p:nvSpPr>
          <p:cNvPr id="12" name="text">
            <a:extLst xmlns:a="http://schemas.openxmlformats.org/drawingml/2006/main">
              <a:ext uri="{FF2B5EF4-FFF2-40B4-BE49-F238E27FC236}">
                <a16:creationId xmlns:a16="http://schemas.microsoft.com/office/drawing/2014/main" id="{93E8C1C9-EA25-42B6-A6C5-760852B07432}"/>
              </a:ext>
            </a:extLst>
          </p:cNvPr>
          <p:cNvSpPr>
            <a:spLocks xmlns:a="http://schemas.openxmlformats.org/drawingml/2006/main" noGrp="1"/>
          </p:cNvSpPr>
          <p:nvPr/>
        </p:nvSpPr>
        <p:spPr>
          <a:xfrm xmlns:a="http://schemas.openxmlformats.org/drawingml/2006/main">
            <a:off x="685800" y="36195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82C38"/>
                </a:solidFill>
                <a:latin typeface="Malgun Gothic"/>
                <a:ea typeface="Malgun Gothic"/>
                <a:cs typeface="Malgun Gothic"/>
              </a:defRPr>
            </a:defPPr>
            <a:lvl1pPr>
              <a:defRPr sz="2250" b="0">
                <a:solidFill>
                  <a:srgbClr val="182C38"/>
                </a:solidFill>
                <a:latin typeface="Malgun Gothic"/>
                <a:ea typeface="Malgun Gothic"/>
                <a:cs typeface="Malgun Gothic"/>
              </a:defRPr>
            </a:lvl1pPr>
            <a:lvl2pPr>
              <a:defRPr sz="2250" b="0">
                <a:solidFill>
                  <a:srgbClr val="182C38"/>
                </a:solidFill>
                <a:latin typeface="Malgun Gothic"/>
                <a:ea typeface="Malgun Gothic"/>
                <a:cs typeface="Malgun Gothic"/>
              </a:defRPr>
            </a:lvl2pPr>
            <a:lvl3pPr>
              <a:defRPr sz="2250" b="0">
                <a:solidFill>
                  <a:srgbClr val="182C38"/>
                </a:solidFill>
                <a:latin typeface="Malgun Gothic"/>
                <a:ea typeface="Malgun Gothic"/>
                <a:cs typeface="Malgun Gothic"/>
              </a:defRPr>
            </a:lvl3pPr>
            <a:lvl4pPr>
              <a:defRPr sz="2250" b="0">
                <a:solidFill>
                  <a:srgbClr val="182C38"/>
                </a:solidFill>
                <a:latin typeface="Malgun Gothic"/>
                <a:ea typeface="Malgun Gothic"/>
                <a:cs typeface="Malgun Gothic"/>
              </a:defRPr>
            </a:lvl4pPr>
            <a:lvl5pPr>
              <a:defRPr sz="2250" b="0">
                <a:solidFill>
                  <a:srgbClr val="182C38"/>
                </a:solidFill>
                <a:latin typeface="Malgun Gothic"/>
                <a:ea typeface="Malgun Gothic"/>
                <a:cs typeface="Malgun Gothic"/>
              </a:defRPr>
            </a:lvl5pPr>
            <a:lvl6pPr>
              <a:defRPr sz="2250" b="0">
                <a:solidFill>
                  <a:srgbClr val="182C38"/>
                </a:solidFill>
                <a:latin typeface="Malgun Gothic"/>
                <a:ea typeface="Malgun Gothic"/>
                <a:cs typeface="Malgun Gothic"/>
              </a:defRPr>
            </a:lvl6pPr>
            <a:lvl7pPr>
              <a:defRPr sz="2250" b="0">
                <a:solidFill>
                  <a:srgbClr val="182C38"/>
                </a:solidFill>
                <a:latin typeface="Malgun Gothic"/>
                <a:ea typeface="Malgun Gothic"/>
                <a:cs typeface="Malgun Gothic"/>
              </a:defRPr>
            </a:lvl7pPr>
            <a:lvl8pPr>
              <a:defRPr sz="2250" b="0">
                <a:solidFill>
                  <a:srgbClr val="182C38"/>
                </a:solidFill>
                <a:latin typeface="Malgun Gothic"/>
                <a:ea typeface="Malgun Gothic"/>
                <a:cs typeface="Malgun Gothic"/>
              </a:defRPr>
            </a:lvl8pPr>
            <a:lvl9pPr>
              <a:defRPr sz="2250" b="0">
                <a:solidFill>
                  <a:srgbClr val="182C38"/>
                </a:solidFill>
                <a:latin typeface="Malgun Gothic"/>
                <a:ea typeface="Malgun Gothic"/>
                <a:cs typeface="Malgun Gothic"/>
              </a:defRPr>
            </a:lvl9pPr>
          </a:lstStyle>
          <a:p xmlns:a="http://schemas.openxmlformats.org/drawingml/2006/main">
            <a:pPr>
              <a:defRPr sz="2250" b="0">
                <a:solidFill>
                  <a:srgbClr val="182C38"/>
                </a:solidFill>
                <a:latin typeface="Malgun Gothic"/>
                <a:ea typeface="Malgun Gothic"/>
                <a:cs typeface="Malgun Gothic"/>
              </a:defRPr>
            </a:pPr>
            <a:r>
              <a:rPr sz="2250" b="0">
                <a:solidFill>
                  <a:srgbClr val="182C38"/>
                </a:solidFill>
                <a:latin typeface="Malgun Gothic"/>
                <a:ea typeface="Malgun Gothic"/>
                <a:cs typeface="Malgun Gothic"/>
              </a:rPr>
              <a:t>Grab 허용 범위와 실제 착용 가능한 범위를 별도로 판단합니다.</a:t>
            </a:r>
          </a:p>
        </p:txBody>
      </p:sp>
      <p:sp>
        <p:nvSpPr>
          <p:cNvPr id="13" name="text">
            <a:extLst xmlns:a="http://schemas.openxmlformats.org/drawingml/2006/main">
              <a:ext uri="{FF2B5EF4-FFF2-40B4-BE49-F238E27FC236}">
                <a16:creationId xmlns:a16="http://schemas.microsoft.com/office/drawing/2014/main" id="{38A70B9F-9813-4B72-9C88-6E69D2F97E88}"/>
              </a:ext>
            </a:extLst>
          </p:cNvPr>
          <p:cNvSpPr>
            <a:spLocks xmlns:a="http://schemas.openxmlformats.org/drawingml/2006/main" noGrp="1"/>
          </p:cNvSpPr>
          <p:nvPr/>
        </p:nvSpPr>
        <p:spPr>
          <a:xfrm xmlns:a="http://schemas.openxmlformats.org/drawingml/2006/main">
            <a:off x="685800" y="43624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82C38"/>
                </a:solidFill>
                <a:latin typeface="Malgun Gothic"/>
                <a:ea typeface="Malgun Gothic"/>
                <a:cs typeface="Malgun Gothic"/>
              </a:defRPr>
            </a:defPPr>
            <a:lvl1pPr>
              <a:defRPr sz="2250" b="0">
                <a:solidFill>
                  <a:srgbClr val="182C38"/>
                </a:solidFill>
                <a:latin typeface="Malgun Gothic"/>
                <a:ea typeface="Malgun Gothic"/>
                <a:cs typeface="Malgun Gothic"/>
              </a:defRPr>
            </a:lvl1pPr>
            <a:lvl2pPr>
              <a:defRPr sz="2250" b="0">
                <a:solidFill>
                  <a:srgbClr val="182C38"/>
                </a:solidFill>
                <a:latin typeface="Malgun Gothic"/>
                <a:ea typeface="Malgun Gothic"/>
                <a:cs typeface="Malgun Gothic"/>
              </a:defRPr>
            </a:lvl2pPr>
            <a:lvl3pPr>
              <a:defRPr sz="2250" b="0">
                <a:solidFill>
                  <a:srgbClr val="182C38"/>
                </a:solidFill>
                <a:latin typeface="Malgun Gothic"/>
                <a:ea typeface="Malgun Gothic"/>
                <a:cs typeface="Malgun Gothic"/>
              </a:defRPr>
            </a:lvl3pPr>
            <a:lvl4pPr>
              <a:defRPr sz="2250" b="0">
                <a:solidFill>
                  <a:srgbClr val="182C38"/>
                </a:solidFill>
                <a:latin typeface="Malgun Gothic"/>
                <a:ea typeface="Malgun Gothic"/>
                <a:cs typeface="Malgun Gothic"/>
              </a:defRPr>
            </a:lvl4pPr>
            <a:lvl5pPr>
              <a:defRPr sz="2250" b="0">
                <a:solidFill>
                  <a:srgbClr val="182C38"/>
                </a:solidFill>
                <a:latin typeface="Malgun Gothic"/>
                <a:ea typeface="Malgun Gothic"/>
                <a:cs typeface="Malgun Gothic"/>
              </a:defRPr>
            </a:lvl5pPr>
            <a:lvl6pPr>
              <a:defRPr sz="2250" b="0">
                <a:solidFill>
                  <a:srgbClr val="182C38"/>
                </a:solidFill>
                <a:latin typeface="Malgun Gothic"/>
                <a:ea typeface="Malgun Gothic"/>
                <a:cs typeface="Malgun Gothic"/>
              </a:defRPr>
            </a:lvl6pPr>
            <a:lvl7pPr>
              <a:defRPr sz="2250" b="0">
                <a:solidFill>
                  <a:srgbClr val="182C38"/>
                </a:solidFill>
                <a:latin typeface="Malgun Gothic"/>
                <a:ea typeface="Malgun Gothic"/>
                <a:cs typeface="Malgun Gothic"/>
              </a:defRPr>
            </a:lvl7pPr>
            <a:lvl8pPr>
              <a:defRPr sz="2250" b="0">
                <a:solidFill>
                  <a:srgbClr val="182C38"/>
                </a:solidFill>
                <a:latin typeface="Malgun Gothic"/>
                <a:ea typeface="Malgun Gothic"/>
                <a:cs typeface="Malgun Gothic"/>
              </a:defRPr>
            </a:lvl8pPr>
            <a:lvl9pPr>
              <a:defRPr sz="2250" b="0">
                <a:solidFill>
                  <a:srgbClr val="182C38"/>
                </a:solidFill>
                <a:latin typeface="Malgun Gothic"/>
                <a:ea typeface="Malgun Gothic"/>
                <a:cs typeface="Malgun Gothic"/>
              </a:defRPr>
            </a:lvl9pPr>
          </a:lstStyle>
          <a:p xmlns:a="http://schemas.openxmlformats.org/drawingml/2006/main">
            <a:pPr>
              <a:defRPr sz="2250" b="0">
                <a:solidFill>
                  <a:srgbClr val="182C38"/>
                </a:solidFill>
                <a:latin typeface="Malgun Gothic"/>
                <a:ea typeface="Malgun Gothic"/>
                <a:cs typeface="Malgun Gothic"/>
              </a:defRPr>
            </a:pPr>
            <a:r>
              <a:rPr sz="2250" b="0">
                <a:solidFill>
                  <a:srgbClr val="182C38"/>
                </a:solidFill>
                <a:latin typeface="Malgun Gothic"/>
                <a:ea typeface="Malgun Gothic"/>
                <a:cs typeface="Malgun Gothic"/>
              </a:rPr>
              <a:t>보호구별 목표 위치와 tracking 유효성을 착용 시점에 확인합니다.</a:t>
            </a:r>
          </a:p>
        </p:txBody>
      </p:sp>
      <p:sp>
        <p:nvSpPr>
          <p:cNvPr id="14" name="text">
            <a:extLst xmlns:a="http://schemas.openxmlformats.org/drawingml/2006/main">
              <a:ext uri="{FF2B5EF4-FFF2-40B4-BE49-F238E27FC236}">
                <a16:creationId xmlns:a16="http://schemas.microsoft.com/office/drawing/2014/main" id="{07B8F0CD-59A9-43D6-B7AD-3918E651003B}"/>
              </a:ext>
            </a:extLst>
          </p:cNvPr>
          <p:cNvSpPr>
            <a:spLocks xmlns:a="http://schemas.openxmlformats.org/drawingml/2006/main" noGrp="1"/>
          </p:cNvSpPr>
          <p:nvPr/>
        </p:nvSpPr>
        <p:spPr>
          <a:xfrm xmlns:a="http://schemas.openxmlformats.org/drawingml/2006/main">
            <a:off x="685800" y="51054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82C38"/>
                </a:solidFill>
                <a:latin typeface="Malgun Gothic"/>
                <a:ea typeface="Malgun Gothic"/>
                <a:cs typeface="Malgun Gothic"/>
              </a:defRPr>
            </a:defPPr>
            <a:lvl1pPr>
              <a:defRPr sz="2250" b="0">
                <a:solidFill>
                  <a:srgbClr val="182C38"/>
                </a:solidFill>
                <a:latin typeface="Malgun Gothic"/>
                <a:ea typeface="Malgun Gothic"/>
                <a:cs typeface="Malgun Gothic"/>
              </a:defRPr>
            </a:lvl1pPr>
            <a:lvl2pPr>
              <a:defRPr sz="2250" b="0">
                <a:solidFill>
                  <a:srgbClr val="182C38"/>
                </a:solidFill>
                <a:latin typeface="Malgun Gothic"/>
                <a:ea typeface="Malgun Gothic"/>
                <a:cs typeface="Malgun Gothic"/>
              </a:defRPr>
            </a:lvl2pPr>
            <a:lvl3pPr>
              <a:defRPr sz="2250" b="0">
                <a:solidFill>
                  <a:srgbClr val="182C38"/>
                </a:solidFill>
                <a:latin typeface="Malgun Gothic"/>
                <a:ea typeface="Malgun Gothic"/>
                <a:cs typeface="Malgun Gothic"/>
              </a:defRPr>
            </a:lvl3pPr>
            <a:lvl4pPr>
              <a:defRPr sz="2250" b="0">
                <a:solidFill>
                  <a:srgbClr val="182C38"/>
                </a:solidFill>
                <a:latin typeface="Malgun Gothic"/>
                <a:ea typeface="Malgun Gothic"/>
                <a:cs typeface="Malgun Gothic"/>
              </a:defRPr>
            </a:lvl4pPr>
            <a:lvl5pPr>
              <a:defRPr sz="2250" b="0">
                <a:solidFill>
                  <a:srgbClr val="182C38"/>
                </a:solidFill>
                <a:latin typeface="Malgun Gothic"/>
                <a:ea typeface="Malgun Gothic"/>
                <a:cs typeface="Malgun Gothic"/>
              </a:defRPr>
            </a:lvl5pPr>
            <a:lvl6pPr>
              <a:defRPr sz="2250" b="0">
                <a:solidFill>
                  <a:srgbClr val="182C38"/>
                </a:solidFill>
                <a:latin typeface="Malgun Gothic"/>
                <a:ea typeface="Malgun Gothic"/>
                <a:cs typeface="Malgun Gothic"/>
              </a:defRPr>
            </a:lvl6pPr>
            <a:lvl7pPr>
              <a:defRPr sz="2250" b="0">
                <a:solidFill>
                  <a:srgbClr val="182C38"/>
                </a:solidFill>
                <a:latin typeface="Malgun Gothic"/>
                <a:ea typeface="Malgun Gothic"/>
                <a:cs typeface="Malgun Gothic"/>
              </a:defRPr>
            </a:lvl7pPr>
            <a:lvl8pPr>
              <a:defRPr sz="2250" b="0">
                <a:solidFill>
                  <a:srgbClr val="182C38"/>
                </a:solidFill>
                <a:latin typeface="Malgun Gothic"/>
                <a:ea typeface="Malgun Gothic"/>
                <a:cs typeface="Malgun Gothic"/>
              </a:defRPr>
            </a:lvl8pPr>
            <a:lvl9pPr>
              <a:defRPr sz="2250" b="0">
                <a:solidFill>
                  <a:srgbClr val="182C38"/>
                </a:solidFill>
                <a:latin typeface="Malgun Gothic"/>
                <a:ea typeface="Malgun Gothic"/>
                <a:cs typeface="Malgun Gothic"/>
              </a:defRPr>
            </a:lvl9pPr>
          </a:lstStyle>
          <a:p xmlns:a="http://schemas.openxmlformats.org/drawingml/2006/main">
            <a:pPr>
              <a:defRPr sz="2250" b="0">
                <a:solidFill>
                  <a:srgbClr val="182C38"/>
                </a:solidFill>
                <a:latin typeface="Malgun Gothic"/>
                <a:ea typeface="Malgun Gothic"/>
                <a:cs typeface="Malgun Gothic"/>
              </a:defRPr>
            </a:pPr>
            <a:r>
              <a:rPr sz="2250" b="0">
                <a:solidFill>
                  <a:srgbClr val="182C38"/>
                </a:solidFill>
                <a:latin typeface="Malgun Gothic"/>
                <a:ea typeface="Malgun Gothic"/>
                <a:cs typeface="Malgun Gothic"/>
              </a:rPr>
              <a:t>Ghost 안내의 Ready와 논리적인 착용 성공을 구분합니다.</a:t>
            </a:r>
          </a:p>
        </p:txBody>
      </p:sp>
      <p:sp>
        <p:nvSpPr>
          <p:cNvPr id="15" name="text">
            <a:extLst xmlns:a="http://schemas.openxmlformats.org/drawingml/2006/main">
              <a:ext uri="{FF2B5EF4-FFF2-40B4-BE49-F238E27FC236}">
                <a16:creationId xmlns:a16="http://schemas.microsoft.com/office/drawing/2014/main" id="{C2F3B80E-A459-4112-A31A-71864A912A20}"/>
              </a:ext>
            </a:extLst>
          </p:cNvPr>
          <p:cNvSpPr>
            <a:spLocks xmlns:a="http://schemas.openxmlformats.org/drawingml/2006/main" noGrp="1"/>
          </p:cNvSpPr>
          <p:nvPr/>
        </p:nvSpPr>
        <p:spPr>
          <a:xfrm xmlns:a="http://schemas.openxmlformats.org/drawingml/2006/main">
            <a:off x="685800" y="58483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AA4C21"/>
                </a:solidFill>
                <a:latin typeface="Malgun Gothic"/>
                <a:ea typeface="Malgun Gothic"/>
                <a:cs typeface="Malgun Gothic"/>
              </a:defRPr>
            </a:defPPr>
            <a:lvl1pPr>
              <a:defRPr sz="1800" b="0">
                <a:solidFill>
                  <a:srgbClr val="AA4C21"/>
                </a:solidFill>
                <a:latin typeface="Malgun Gothic"/>
                <a:ea typeface="Malgun Gothic"/>
                <a:cs typeface="Malgun Gothic"/>
              </a:defRPr>
            </a:lvl1pPr>
            <a:lvl2pPr>
              <a:defRPr sz="1800" b="0">
                <a:solidFill>
                  <a:srgbClr val="AA4C21"/>
                </a:solidFill>
                <a:latin typeface="Malgun Gothic"/>
                <a:ea typeface="Malgun Gothic"/>
                <a:cs typeface="Malgun Gothic"/>
              </a:defRPr>
            </a:lvl2pPr>
            <a:lvl3pPr>
              <a:defRPr sz="1800" b="0">
                <a:solidFill>
                  <a:srgbClr val="AA4C21"/>
                </a:solidFill>
                <a:latin typeface="Malgun Gothic"/>
                <a:ea typeface="Malgun Gothic"/>
                <a:cs typeface="Malgun Gothic"/>
              </a:defRPr>
            </a:lvl3pPr>
            <a:lvl4pPr>
              <a:defRPr sz="1800" b="0">
                <a:solidFill>
                  <a:srgbClr val="AA4C21"/>
                </a:solidFill>
                <a:latin typeface="Malgun Gothic"/>
                <a:ea typeface="Malgun Gothic"/>
                <a:cs typeface="Malgun Gothic"/>
              </a:defRPr>
            </a:lvl4pPr>
            <a:lvl5pPr>
              <a:defRPr sz="1800" b="0">
                <a:solidFill>
                  <a:srgbClr val="AA4C21"/>
                </a:solidFill>
                <a:latin typeface="Malgun Gothic"/>
                <a:ea typeface="Malgun Gothic"/>
                <a:cs typeface="Malgun Gothic"/>
              </a:defRPr>
            </a:lvl5pPr>
            <a:lvl6pPr>
              <a:defRPr sz="1800" b="0">
                <a:solidFill>
                  <a:srgbClr val="AA4C21"/>
                </a:solidFill>
                <a:latin typeface="Malgun Gothic"/>
                <a:ea typeface="Malgun Gothic"/>
                <a:cs typeface="Malgun Gothic"/>
              </a:defRPr>
            </a:lvl6pPr>
            <a:lvl7pPr>
              <a:defRPr sz="1800" b="0">
                <a:solidFill>
                  <a:srgbClr val="AA4C21"/>
                </a:solidFill>
                <a:latin typeface="Malgun Gothic"/>
                <a:ea typeface="Malgun Gothic"/>
                <a:cs typeface="Malgun Gothic"/>
              </a:defRPr>
            </a:lvl7pPr>
            <a:lvl8pPr>
              <a:defRPr sz="1800" b="0">
                <a:solidFill>
                  <a:srgbClr val="AA4C21"/>
                </a:solidFill>
                <a:latin typeface="Malgun Gothic"/>
                <a:ea typeface="Malgun Gothic"/>
                <a:cs typeface="Malgun Gothic"/>
              </a:defRPr>
            </a:lvl8pPr>
            <a:lvl9pPr>
              <a:defRPr sz="1800" b="0">
                <a:solidFill>
                  <a:srgbClr val="AA4C21"/>
                </a:solidFill>
                <a:latin typeface="Malgun Gothic"/>
                <a:ea typeface="Malgun Gothic"/>
                <a:cs typeface="Malgun Gothic"/>
              </a:defRPr>
            </a:lvl9pPr>
          </a:lstStyle>
          <a:p xmlns:a="http://schemas.openxmlformats.org/drawingml/2006/main">
            <a:pPr>
              <a:defRPr sz="1800" b="0">
                <a:solidFill>
                  <a:srgbClr val="AA4C21"/>
                </a:solidFill>
                <a:latin typeface="Malgun Gothic"/>
                <a:ea typeface="Malgun Gothic"/>
                <a:cs typeface="Malgun Gothic"/>
              </a:defRPr>
            </a:pPr>
            <a:r>
              <a:rPr sz="1800" b="0">
                <a:solidFill>
                  <a:srgbClr val="AA4C21"/>
                </a:solidFill>
                <a:latin typeface="Malgun Gothic"/>
                <a:ea typeface="Malgun Gothic"/>
                <a:cs typeface="Malgun Gothic"/>
              </a:rPr>
              <a:t>실제 HMD 착용 장면과 기기 사용성은 별도 검증이 필요합니다.</a:t>
            </a:r>
          </a:p>
        </p:txBody>
      </p:sp>
    </p:spTree>
    <p:extLst>
      <p:ext uri="{BB962C8B-B14F-4D97-AF65-F5344CB8AC3E}">
        <p14:creationId xmlns:p14="http://schemas.microsoft.com/office/powerpoint/2010/main" val="1027671662"/>
      </p:ext>
    </p:extLst>
  </p:cSld>
</p:sld>
</file>

<file path=ppt/slides/slide5.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B1734CC-34F2-434C-80E7-8F788A981892}"/>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C38"/>
                </a:solidFill>
                <a:latin typeface="Malgun Gothic"/>
                <a:ea typeface="Malgun Gothic"/>
                <a:cs typeface="Malgun Gothic"/>
              </a:defRPr>
            </a:defPPr>
            <a:lvl1pPr>
              <a:defRPr sz="3300" b="1">
                <a:solidFill>
                  <a:srgbClr val="182C38"/>
                </a:solidFill>
                <a:latin typeface="Malgun Gothic"/>
                <a:ea typeface="Malgun Gothic"/>
                <a:cs typeface="Malgun Gothic"/>
              </a:defRPr>
            </a:lvl1pPr>
            <a:lvl2pPr>
              <a:defRPr sz="3300" b="1">
                <a:solidFill>
                  <a:srgbClr val="182C38"/>
                </a:solidFill>
                <a:latin typeface="Malgun Gothic"/>
                <a:ea typeface="Malgun Gothic"/>
                <a:cs typeface="Malgun Gothic"/>
              </a:defRPr>
            </a:lvl2pPr>
            <a:lvl3pPr>
              <a:defRPr sz="3300" b="1">
                <a:solidFill>
                  <a:srgbClr val="182C38"/>
                </a:solidFill>
                <a:latin typeface="Malgun Gothic"/>
                <a:ea typeface="Malgun Gothic"/>
                <a:cs typeface="Malgun Gothic"/>
              </a:defRPr>
            </a:lvl3pPr>
            <a:lvl4pPr>
              <a:defRPr sz="3300" b="1">
                <a:solidFill>
                  <a:srgbClr val="182C38"/>
                </a:solidFill>
                <a:latin typeface="Malgun Gothic"/>
                <a:ea typeface="Malgun Gothic"/>
                <a:cs typeface="Malgun Gothic"/>
              </a:defRPr>
            </a:lvl4pPr>
            <a:lvl5pPr>
              <a:defRPr sz="3300" b="1">
                <a:solidFill>
                  <a:srgbClr val="182C38"/>
                </a:solidFill>
                <a:latin typeface="Malgun Gothic"/>
                <a:ea typeface="Malgun Gothic"/>
                <a:cs typeface="Malgun Gothic"/>
              </a:defRPr>
            </a:lvl5pPr>
            <a:lvl6pPr>
              <a:defRPr sz="3300" b="1">
                <a:solidFill>
                  <a:srgbClr val="182C38"/>
                </a:solidFill>
                <a:latin typeface="Malgun Gothic"/>
                <a:ea typeface="Malgun Gothic"/>
                <a:cs typeface="Malgun Gothic"/>
              </a:defRPr>
            </a:lvl6pPr>
            <a:lvl7pPr>
              <a:defRPr sz="3300" b="1">
                <a:solidFill>
                  <a:srgbClr val="182C38"/>
                </a:solidFill>
                <a:latin typeface="Malgun Gothic"/>
                <a:ea typeface="Malgun Gothic"/>
                <a:cs typeface="Malgun Gothic"/>
              </a:defRPr>
            </a:lvl7pPr>
            <a:lvl8pPr>
              <a:defRPr sz="3300" b="1">
                <a:solidFill>
                  <a:srgbClr val="182C38"/>
                </a:solidFill>
                <a:latin typeface="Malgun Gothic"/>
                <a:ea typeface="Malgun Gothic"/>
                <a:cs typeface="Malgun Gothic"/>
              </a:defRPr>
            </a:lvl8pPr>
            <a:lvl9pPr>
              <a:defRPr sz="3300" b="1">
                <a:solidFill>
                  <a:srgbClr val="182C38"/>
                </a:solidFill>
                <a:latin typeface="Malgun Gothic"/>
                <a:ea typeface="Malgun Gothic"/>
                <a:cs typeface="Malgun Gothic"/>
              </a:defRPr>
            </a:lvl9pPr>
          </a:lstStyle>
          <a:p xmlns:a="http://schemas.openxmlformats.org/drawingml/2006/main">
            <a:pPr>
              <a:defRPr sz="3300" b="1">
                <a:solidFill>
                  <a:srgbClr val="182C38"/>
                </a:solidFill>
                <a:latin typeface="Malgun Gothic"/>
                <a:ea typeface="Malgun Gothic"/>
                <a:cs typeface="Malgun Gothic"/>
              </a:defRPr>
            </a:pPr>
            <a:r>
              <a:rPr sz="3300" b="1">
                <a:solidFill>
                  <a:srgbClr val="182C38"/>
                </a:solidFill>
                <a:latin typeface="Malgun Gothic"/>
                <a:ea typeface="Malgun Gothic"/>
                <a:cs typeface="Malgun Gothic"/>
              </a:rPr>
              <a:t>PPE 착용 순서 및 상태 관리</a:t>
            </a:r>
          </a:p>
        </p:txBody>
      </p:sp>
      <p:sp>
        <p:nvSpPr>
          <p:cNvPr id="2" name="source">
            <a:extLst xmlns:a="http://schemas.openxmlformats.org/drawingml/2006/main">
              <a:ext uri="{FF2B5EF4-FFF2-40B4-BE49-F238E27FC236}">
                <a16:creationId xmlns:a16="http://schemas.microsoft.com/office/drawing/2014/main" id="{F1DD9060-9D7C-423D-901B-A8F5F54FC347}"/>
              </a:ext>
            </a:extLst>
          </p:cNvPr>
          <p:cNvSpPr>
            <a:spLocks xmlns:a="http://schemas.openxmlformats.org/drawingml/2006/main" noGrp="1"/>
          </p:cNvSpPr>
          <p:nvPr/>
        </p:nvSpPr>
        <p:spPr>
          <a:xfrm xmlns:a="http://schemas.openxmlformats.org/drawingml/2006/main">
            <a:off x="685800" y="638175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36E"/>
                </a:solidFill>
                <a:latin typeface="Malgun Gothic"/>
                <a:ea typeface="Malgun Gothic"/>
                <a:cs typeface="Malgun Gothic"/>
              </a:defRPr>
            </a:defPPr>
            <a:lvl1pPr>
              <a:defRPr sz="1200" b="0">
                <a:solidFill>
                  <a:srgbClr val="52636E"/>
                </a:solidFill>
                <a:latin typeface="Malgun Gothic"/>
                <a:ea typeface="Malgun Gothic"/>
                <a:cs typeface="Malgun Gothic"/>
              </a:defRPr>
            </a:lvl1pPr>
            <a:lvl2pPr>
              <a:defRPr sz="1200" b="0">
                <a:solidFill>
                  <a:srgbClr val="52636E"/>
                </a:solidFill>
                <a:latin typeface="Malgun Gothic"/>
                <a:ea typeface="Malgun Gothic"/>
                <a:cs typeface="Malgun Gothic"/>
              </a:defRPr>
            </a:lvl2pPr>
            <a:lvl3pPr>
              <a:defRPr sz="1200" b="0">
                <a:solidFill>
                  <a:srgbClr val="52636E"/>
                </a:solidFill>
                <a:latin typeface="Malgun Gothic"/>
                <a:ea typeface="Malgun Gothic"/>
                <a:cs typeface="Malgun Gothic"/>
              </a:defRPr>
            </a:lvl3pPr>
            <a:lvl4pPr>
              <a:defRPr sz="1200" b="0">
                <a:solidFill>
                  <a:srgbClr val="52636E"/>
                </a:solidFill>
                <a:latin typeface="Malgun Gothic"/>
                <a:ea typeface="Malgun Gothic"/>
                <a:cs typeface="Malgun Gothic"/>
              </a:defRPr>
            </a:lvl4pPr>
            <a:lvl5pPr>
              <a:defRPr sz="1200" b="0">
                <a:solidFill>
                  <a:srgbClr val="52636E"/>
                </a:solidFill>
                <a:latin typeface="Malgun Gothic"/>
                <a:ea typeface="Malgun Gothic"/>
                <a:cs typeface="Malgun Gothic"/>
              </a:defRPr>
            </a:lvl5pPr>
            <a:lvl6pPr>
              <a:defRPr sz="1200" b="0">
                <a:solidFill>
                  <a:srgbClr val="52636E"/>
                </a:solidFill>
                <a:latin typeface="Malgun Gothic"/>
                <a:ea typeface="Malgun Gothic"/>
                <a:cs typeface="Malgun Gothic"/>
              </a:defRPr>
            </a:lvl6pPr>
            <a:lvl7pPr>
              <a:defRPr sz="1200" b="0">
                <a:solidFill>
                  <a:srgbClr val="52636E"/>
                </a:solidFill>
                <a:latin typeface="Malgun Gothic"/>
                <a:ea typeface="Malgun Gothic"/>
                <a:cs typeface="Malgun Gothic"/>
              </a:defRPr>
            </a:lvl7pPr>
            <a:lvl8pPr>
              <a:defRPr sz="1200" b="0">
                <a:solidFill>
                  <a:srgbClr val="52636E"/>
                </a:solidFill>
                <a:latin typeface="Malgun Gothic"/>
                <a:ea typeface="Malgun Gothic"/>
                <a:cs typeface="Malgun Gothic"/>
              </a:defRPr>
            </a:lvl8pPr>
            <a:lvl9pPr>
              <a:defRPr sz="1200" b="0">
                <a:solidFill>
                  <a:srgbClr val="52636E"/>
                </a:solidFill>
                <a:latin typeface="Malgun Gothic"/>
                <a:ea typeface="Malgun Gothic"/>
                <a:cs typeface="Malgun Gothic"/>
              </a:defRPr>
            </a:lvl9pPr>
          </a:lstStyle>
          <a:p xmlns:a="http://schemas.openxmlformats.org/drawingml/2006/main">
            <a:pPr>
              <a:defRPr sz="1200" b="0">
                <a:solidFill>
                  <a:srgbClr val="52636E"/>
                </a:solidFill>
                <a:latin typeface="Malgun Gothic"/>
                <a:ea typeface="Malgun Gothic"/>
                <a:cs typeface="Malgun Gothic"/>
              </a:defRPr>
            </a:pPr>
            <a:r>
              <a:rPr sz="1200" b="0">
                <a:solidFill>
                  <a:srgbClr val="52636E"/>
                </a:solidFill>
                <a:latin typeface="Malgun Gothic"/>
                <a:ea typeface="Malgun Gothic"/>
                <a:cs typeface="Malgun Gothic"/>
              </a:rPr>
              <a:t>근거: PPESequenceManager, PPEEquipmentManager, PPEGlovePairCoordinator</a:t>
            </a:r>
          </a:p>
        </p:txBody>
      </p:sp>
      <p:sp>
        <p:nvSpPr>
          <p:cNvPr id="3" name="page">
            <a:extLst xmlns:a="http://schemas.openxmlformats.org/drawingml/2006/main">
              <a:ext uri="{FF2B5EF4-FFF2-40B4-BE49-F238E27FC236}">
                <a16:creationId xmlns:a16="http://schemas.microsoft.com/office/drawing/2014/main" id="{C7730525-81B1-4B73-AF1B-9A7D00867C3E}"/>
              </a:ext>
            </a:extLst>
          </p:cNvPr>
          <p:cNvSpPr>
            <a:spLocks xmlns:a="http://schemas.openxmlformats.org/drawingml/2006/main" noGrp="1"/>
          </p:cNvSpPr>
          <p:nvPr/>
        </p:nvSpPr>
        <p:spPr>
          <a:xfrm xmlns:a="http://schemas.openxmlformats.org/drawingml/2006/main">
            <a:off x="11115675"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36E"/>
                </a:solidFill>
                <a:latin typeface="Malgun Gothic"/>
                <a:ea typeface="Malgun Gothic"/>
                <a:cs typeface="Malgun Gothic"/>
              </a:defRPr>
            </a:defPPr>
            <a:lvl1pPr>
              <a:defRPr sz="1500" b="0">
                <a:solidFill>
                  <a:srgbClr val="52636E"/>
                </a:solidFill>
                <a:latin typeface="Malgun Gothic"/>
                <a:ea typeface="Malgun Gothic"/>
                <a:cs typeface="Malgun Gothic"/>
              </a:defRPr>
            </a:lvl1pPr>
            <a:lvl2pPr>
              <a:defRPr sz="1500" b="0">
                <a:solidFill>
                  <a:srgbClr val="52636E"/>
                </a:solidFill>
                <a:latin typeface="Malgun Gothic"/>
                <a:ea typeface="Malgun Gothic"/>
                <a:cs typeface="Malgun Gothic"/>
              </a:defRPr>
            </a:lvl2pPr>
            <a:lvl3pPr>
              <a:defRPr sz="1500" b="0">
                <a:solidFill>
                  <a:srgbClr val="52636E"/>
                </a:solidFill>
                <a:latin typeface="Malgun Gothic"/>
                <a:ea typeface="Malgun Gothic"/>
                <a:cs typeface="Malgun Gothic"/>
              </a:defRPr>
            </a:lvl3pPr>
            <a:lvl4pPr>
              <a:defRPr sz="1500" b="0">
                <a:solidFill>
                  <a:srgbClr val="52636E"/>
                </a:solidFill>
                <a:latin typeface="Malgun Gothic"/>
                <a:ea typeface="Malgun Gothic"/>
                <a:cs typeface="Malgun Gothic"/>
              </a:defRPr>
            </a:lvl4pPr>
            <a:lvl5pPr>
              <a:defRPr sz="1500" b="0">
                <a:solidFill>
                  <a:srgbClr val="52636E"/>
                </a:solidFill>
                <a:latin typeface="Malgun Gothic"/>
                <a:ea typeface="Malgun Gothic"/>
                <a:cs typeface="Malgun Gothic"/>
              </a:defRPr>
            </a:lvl5pPr>
            <a:lvl6pPr>
              <a:defRPr sz="1500" b="0">
                <a:solidFill>
                  <a:srgbClr val="52636E"/>
                </a:solidFill>
                <a:latin typeface="Malgun Gothic"/>
                <a:ea typeface="Malgun Gothic"/>
                <a:cs typeface="Malgun Gothic"/>
              </a:defRPr>
            </a:lvl6pPr>
            <a:lvl7pPr>
              <a:defRPr sz="1500" b="0">
                <a:solidFill>
                  <a:srgbClr val="52636E"/>
                </a:solidFill>
                <a:latin typeface="Malgun Gothic"/>
                <a:ea typeface="Malgun Gothic"/>
                <a:cs typeface="Malgun Gothic"/>
              </a:defRPr>
            </a:lvl7pPr>
            <a:lvl8pPr>
              <a:defRPr sz="1500" b="0">
                <a:solidFill>
                  <a:srgbClr val="52636E"/>
                </a:solidFill>
                <a:latin typeface="Malgun Gothic"/>
                <a:ea typeface="Malgun Gothic"/>
                <a:cs typeface="Malgun Gothic"/>
              </a:defRPr>
            </a:lvl8pPr>
            <a:lvl9pPr>
              <a:defRPr sz="1500" b="0">
                <a:solidFill>
                  <a:srgbClr val="52636E"/>
                </a:solidFill>
                <a:latin typeface="Malgun Gothic"/>
                <a:ea typeface="Malgun Gothic"/>
                <a:cs typeface="Malgun Gothic"/>
              </a:defRPr>
            </a:lvl9pPr>
          </a:lstStyle>
          <a:p xmlns:a="http://schemas.openxmlformats.org/drawingml/2006/main">
            <a:pPr>
              <a:defRPr sz="1500" b="0">
                <a:solidFill>
                  <a:srgbClr val="52636E"/>
                </a:solidFill>
                <a:latin typeface="Malgun Gothic"/>
                <a:ea typeface="Malgun Gothic"/>
                <a:cs typeface="Malgun Gothic"/>
              </a:defRPr>
            </a:pPr>
            <a:r>
              <a:rPr sz="1500" b="0">
                <a:solidFill>
                  <a:srgbClr val="52636E"/>
                </a:solidFill>
                <a:latin typeface="Malgun Gothic"/>
                <a:ea typeface="Malgun Gothic"/>
                <a:cs typeface="Malgun Gothic"/>
              </a:rPr>
              <a:t>05</a:t>
            </a:r>
          </a:p>
        </p:txBody>
      </p:sp>
      <p:sp>
        <p:nvSpPr>
          <p:cNvPr id="4" name="text">
            <a:extLst xmlns:a="http://schemas.openxmlformats.org/drawingml/2006/main">
              <a:ext uri="{FF2B5EF4-FFF2-40B4-BE49-F238E27FC236}">
                <a16:creationId xmlns:a16="http://schemas.microsoft.com/office/drawing/2014/main" id="{EE7F500C-B7CA-4B93-A825-3AC58F8E9833}"/>
              </a:ext>
            </a:extLst>
          </p:cNvPr>
          <p:cNvSpPr>
            <a:spLocks xmlns:a="http://schemas.openxmlformats.org/drawingml/2006/main" noGrp="1"/>
          </p:cNvSpPr>
          <p:nvPr/>
        </p:nvSpPr>
        <p:spPr>
          <a:xfrm xmlns:a="http://schemas.openxmlformats.org/drawingml/2006/main">
            <a:off x="685800" y="16573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C38"/>
                </a:solidFill>
                <a:latin typeface="Malgun Gothic"/>
                <a:ea typeface="Malgun Gothic"/>
                <a:cs typeface="Malgun Gothic"/>
              </a:defRPr>
            </a:defPPr>
            <a:lvl1pPr>
              <a:defRPr sz="2100" b="0">
                <a:solidFill>
                  <a:srgbClr val="182C38"/>
                </a:solidFill>
                <a:latin typeface="Malgun Gothic"/>
                <a:ea typeface="Malgun Gothic"/>
                <a:cs typeface="Malgun Gothic"/>
              </a:defRPr>
            </a:lvl1pPr>
            <a:lvl2pPr>
              <a:defRPr sz="2100" b="0">
                <a:solidFill>
                  <a:srgbClr val="182C38"/>
                </a:solidFill>
                <a:latin typeface="Malgun Gothic"/>
                <a:ea typeface="Malgun Gothic"/>
                <a:cs typeface="Malgun Gothic"/>
              </a:defRPr>
            </a:lvl2pPr>
            <a:lvl3pPr>
              <a:defRPr sz="2100" b="0">
                <a:solidFill>
                  <a:srgbClr val="182C38"/>
                </a:solidFill>
                <a:latin typeface="Malgun Gothic"/>
                <a:ea typeface="Malgun Gothic"/>
                <a:cs typeface="Malgun Gothic"/>
              </a:defRPr>
            </a:lvl3pPr>
            <a:lvl4pPr>
              <a:defRPr sz="2100" b="0">
                <a:solidFill>
                  <a:srgbClr val="182C38"/>
                </a:solidFill>
                <a:latin typeface="Malgun Gothic"/>
                <a:ea typeface="Malgun Gothic"/>
                <a:cs typeface="Malgun Gothic"/>
              </a:defRPr>
            </a:lvl4pPr>
            <a:lvl5pPr>
              <a:defRPr sz="2100" b="0">
                <a:solidFill>
                  <a:srgbClr val="182C38"/>
                </a:solidFill>
                <a:latin typeface="Malgun Gothic"/>
                <a:ea typeface="Malgun Gothic"/>
                <a:cs typeface="Malgun Gothic"/>
              </a:defRPr>
            </a:lvl5pPr>
            <a:lvl6pPr>
              <a:defRPr sz="2100" b="0">
                <a:solidFill>
                  <a:srgbClr val="182C38"/>
                </a:solidFill>
                <a:latin typeface="Malgun Gothic"/>
                <a:ea typeface="Malgun Gothic"/>
                <a:cs typeface="Malgun Gothic"/>
              </a:defRPr>
            </a:lvl6pPr>
            <a:lvl7pPr>
              <a:defRPr sz="2100" b="0">
                <a:solidFill>
                  <a:srgbClr val="182C38"/>
                </a:solidFill>
                <a:latin typeface="Malgun Gothic"/>
                <a:ea typeface="Malgun Gothic"/>
                <a:cs typeface="Malgun Gothic"/>
              </a:defRPr>
            </a:lvl7pPr>
            <a:lvl8pPr>
              <a:defRPr sz="2100" b="0">
                <a:solidFill>
                  <a:srgbClr val="182C38"/>
                </a:solidFill>
                <a:latin typeface="Malgun Gothic"/>
                <a:ea typeface="Malgun Gothic"/>
                <a:cs typeface="Malgun Gothic"/>
              </a:defRPr>
            </a:lvl8pPr>
            <a:lvl9pPr>
              <a:defRPr sz="2100" b="0">
                <a:solidFill>
                  <a:srgbClr val="182C38"/>
                </a:solidFill>
                <a:latin typeface="Malgun Gothic"/>
                <a:ea typeface="Malgun Gothic"/>
                <a:cs typeface="Malgun Gothic"/>
              </a:defRPr>
            </a:lvl9pPr>
          </a:lstStyle>
          <a:p xmlns:a="http://schemas.openxmlformats.org/drawingml/2006/main">
            <a:pPr>
              <a:defRPr sz="2100" b="0">
                <a:solidFill>
                  <a:srgbClr val="182C38"/>
                </a:solidFill>
                <a:latin typeface="Malgun Gothic"/>
                <a:ea typeface="Malgun Gothic"/>
                <a:cs typeface="Malgun Gothic"/>
              </a:defRPr>
            </a:pPr>
            <a:r>
              <a:rPr sz="2100" b="0">
                <a:solidFill>
                  <a:srgbClr val="182C38"/>
                </a:solidFill>
                <a:latin typeface="Malgun Gothic"/>
                <a:ea typeface="Malgun Gothic"/>
                <a:cs typeface="Malgun Gothic"/>
              </a:rPr>
              <a:t>PPESequenceManager: 교육 단계와 필수 착용 순서</a:t>
            </a:r>
          </a:p>
        </p:txBody>
      </p:sp>
      <p:sp>
        <p:nvSpPr>
          <p:cNvPr id="5" name="text">
            <a:extLst xmlns:a="http://schemas.openxmlformats.org/drawingml/2006/main">
              <a:ext uri="{FF2B5EF4-FFF2-40B4-BE49-F238E27FC236}">
                <a16:creationId xmlns:a16="http://schemas.microsoft.com/office/drawing/2014/main" id="{DBE18B78-96F3-45DC-8D96-EC8192BBFA9D}"/>
              </a:ext>
            </a:extLst>
          </p:cNvPr>
          <p:cNvSpPr>
            <a:spLocks xmlns:a="http://schemas.openxmlformats.org/drawingml/2006/main" noGrp="1"/>
          </p:cNvSpPr>
          <p:nvPr/>
        </p:nvSpPr>
        <p:spPr>
          <a:xfrm xmlns:a="http://schemas.openxmlformats.org/drawingml/2006/main">
            <a:off x="685800" y="22002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C38"/>
                </a:solidFill>
                <a:latin typeface="Malgun Gothic"/>
                <a:ea typeface="Malgun Gothic"/>
                <a:cs typeface="Malgun Gothic"/>
              </a:defRPr>
            </a:defPPr>
            <a:lvl1pPr>
              <a:defRPr sz="2100" b="0">
                <a:solidFill>
                  <a:srgbClr val="182C38"/>
                </a:solidFill>
                <a:latin typeface="Malgun Gothic"/>
                <a:ea typeface="Malgun Gothic"/>
                <a:cs typeface="Malgun Gothic"/>
              </a:defRPr>
            </a:lvl1pPr>
            <a:lvl2pPr>
              <a:defRPr sz="2100" b="0">
                <a:solidFill>
                  <a:srgbClr val="182C38"/>
                </a:solidFill>
                <a:latin typeface="Malgun Gothic"/>
                <a:ea typeface="Malgun Gothic"/>
                <a:cs typeface="Malgun Gothic"/>
              </a:defRPr>
            </a:lvl2pPr>
            <a:lvl3pPr>
              <a:defRPr sz="2100" b="0">
                <a:solidFill>
                  <a:srgbClr val="182C38"/>
                </a:solidFill>
                <a:latin typeface="Malgun Gothic"/>
                <a:ea typeface="Malgun Gothic"/>
                <a:cs typeface="Malgun Gothic"/>
              </a:defRPr>
            </a:lvl3pPr>
            <a:lvl4pPr>
              <a:defRPr sz="2100" b="0">
                <a:solidFill>
                  <a:srgbClr val="182C38"/>
                </a:solidFill>
                <a:latin typeface="Malgun Gothic"/>
                <a:ea typeface="Malgun Gothic"/>
                <a:cs typeface="Malgun Gothic"/>
              </a:defRPr>
            </a:lvl4pPr>
            <a:lvl5pPr>
              <a:defRPr sz="2100" b="0">
                <a:solidFill>
                  <a:srgbClr val="182C38"/>
                </a:solidFill>
                <a:latin typeface="Malgun Gothic"/>
                <a:ea typeface="Malgun Gothic"/>
                <a:cs typeface="Malgun Gothic"/>
              </a:defRPr>
            </a:lvl5pPr>
            <a:lvl6pPr>
              <a:defRPr sz="2100" b="0">
                <a:solidFill>
                  <a:srgbClr val="182C38"/>
                </a:solidFill>
                <a:latin typeface="Malgun Gothic"/>
                <a:ea typeface="Malgun Gothic"/>
                <a:cs typeface="Malgun Gothic"/>
              </a:defRPr>
            </a:lvl6pPr>
            <a:lvl7pPr>
              <a:defRPr sz="2100" b="0">
                <a:solidFill>
                  <a:srgbClr val="182C38"/>
                </a:solidFill>
                <a:latin typeface="Malgun Gothic"/>
                <a:ea typeface="Malgun Gothic"/>
                <a:cs typeface="Malgun Gothic"/>
              </a:defRPr>
            </a:lvl7pPr>
            <a:lvl8pPr>
              <a:defRPr sz="2100" b="0">
                <a:solidFill>
                  <a:srgbClr val="182C38"/>
                </a:solidFill>
                <a:latin typeface="Malgun Gothic"/>
                <a:ea typeface="Malgun Gothic"/>
                <a:cs typeface="Malgun Gothic"/>
              </a:defRPr>
            </a:lvl8pPr>
            <a:lvl9pPr>
              <a:defRPr sz="2100" b="0">
                <a:solidFill>
                  <a:srgbClr val="182C38"/>
                </a:solidFill>
                <a:latin typeface="Malgun Gothic"/>
                <a:ea typeface="Malgun Gothic"/>
                <a:cs typeface="Malgun Gothic"/>
              </a:defRPr>
            </a:lvl9pPr>
          </a:lstStyle>
          <a:p xmlns:a="http://schemas.openxmlformats.org/drawingml/2006/main">
            <a:pPr>
              <a:defRPr sz="2100" b="0">
                <a:solidFill>
                  <a:srgbClr val="182C38"/>
                </a:solidFill>
                <a:latin typeface="Malgun Gothic"/>
                <a:ea typeface="Malgun Gothic"/>
                <a:cs typeface="Malgun Gothic"/>
              </a:defRPr>
            </a:pPr>
            <a:r>
              <a:rPr sz="2100" b="0">
                <a:solidFill>
                  <a:srgbClr val="182C38"/>
                </a:solidFill>
                <a:latin typeface="Malgun Gothic"/>
                <a:ea typeface="Malgun Gothic"/>
                <a:cs typeface="Malgun Gothic"/>
              </a:rPr>
              <a:t>PPEEquipmentManager: 장비 ID와 착용 완료 등록</a:t>
            </a:r>
          </a:p>
        </p:txBody>
      </p:sp>
      <p:sp>
        <p:nvSpPr>
          <p:cNvPr id="6" name="text">
            <a:extLst xmlns:a="http://schemas.openxmlformats.org/drawingml/2006/main">
              <a:ext uri="{FF2B5EF4-FFF2-40B4-BE49-F238E27FC236}">
                <a16:creationId xmlns:a16="http://schemas.microsoft.com/office/drawing/2014/main" id="{9FAAE745-1E2A-4D96-811B-8A98200656DD}"/>
              </a:ext>
            </a:extLst>
          </p:cNvPr>
          <p:cNvSpPr>
            <a:spLocks xmlns:a="http://schemas.openxmlformats.org/drawingml/2006/main" noGrp="1"/>
          </p:cNvSpPr>
          <p:nvPr/>
        </p:nvSpPr>
        <p:spPr>
          <a:xfrm xmlns:a="http://schemas.openxmlformats.org/drawingml/2006/main">
            <a:off x="685800" y="274320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C38"/>
                </a:solidFill>
                <a:latin typeface="Malgun Gothic"/>
                <a:ea typeface="Malgun Gothic"/>
                <a:cs typeface="Malgun Gothic"/>
              </a:defRPr>
            </a:defPPr>
            <a:lvl1pPr>
              <a:defRPr sz="2100" b="0">
                <a:solidFill>
                  <a:srgbClr val="182C38"/>
                </a:solidFill>
                <a:latin typeface="Malgun Gothic"/>
                <a:ea typeface="Malgun Gothic"/>
                <a:cs typeface="Malgun Gothic"/>
              </a:defRPr>
            </a:lvl1pPr>
            <a:lvl2pPr>
              <a:defRPr sz="2100" b="0">
                <a:solidFill>
                  <a:srgbClr val="182C38"/>
                </a:solidFill>
                <a:latin typeface="Malgun Gothic"/>
                <a:ea typeface="Malgun Gothic"/>
                <a:cs typeface="Malgun Gothic"/>
              </a:defRPr>
            </a:lvl2pPr>
            <a:lvl3pPr>
              <a:defRPr sz="2100" b="0">
                <a:solidFill>
                  <a:srgbClr val="182C38"/>
                </a:solidFill>
                <a:latin typeface="Malgun Gothic"/>
                <a:ea typeface="Malgun Gothic"/>
                <a:cs typeface="Malgun Gothic"/>
              </a:defRPr>
            </a:lvl3pPr>
            <a:lvl4pPr>
              <a:defRPr sz="2100" b="0">
                <a:solidFill>
                  <a:srgbClr val="182C38"/>
                </a:solidFill>
                <a:latin typeface="Malgun Gothic"/>
                <a:ea typeface="Malgun Gothic"/>
                <a:cs typeface="Malgun Gothic"/>
              </a:defRPr>
            </a:lvl4pPr>
            <a:lvl5pPr>
              <a:defRPr sz="2100" b="0">
                <a:solidFill>
                  <a:srgbClr val="182C38"/>
                </a:solidFill>
                <a:latin typeface="Malgun Gothic"/>
                <a:ea typeface="Malgun Gothic"/>
                <a:cs typeface="Malgun Gothic"/>
              </a:defRPr>
            </a:lvl5pPr>
            <a:lvl6pPr>
              <a:defRPr sz="2100" b="0">
                <a:solidFill>
                  <a:srgbClr val="182C38"/>
                </a:solidFill>
                <a:latin typeface="Malgun Gothic"/>
                <a:ea typeface="Malgun Gothic"/>
                <a:cs typeface="Malgun Gothic"/>
              </a:defRPr>
            </a:lvl6pPr>
            <a:lvl7pPr>
              <a:defRPr sz="2100" b="0">
                <a:solidFill>
                  <a:srgbClr val="182C38"/>
                </a:solidFill>
                <a:latin typeface="Malgun Gothic"/>
                <a:ea typeface="Malgun Gothic"/>
                <a:cs typeface="Malgun Gothic"/>
              </a:defRPr>
            </a:lvl7pPr>
            <a:lvl8pPr>
              <a:defRPr sz="2100" b="0">
                <a:solidFill>
                  <a:srgbClr val="182C38"/>
                </a:solidFill>
                <a:latin typeface="Malgun Gothic"/>
                <a:ea typeface="Malgun Gothic"/>
                <a:cs typeface="Malgun Gothic"/>
              </a:defRPr>
            </a:lvl8pPr>
            <a:lvl9pPr>
              <a:defRPr sz="2100" b="0">
                <a:solidFill>
                  <a:srgbClr val="182C38"/>
                </a:solidFill>
                <a:latin typeface="Malgun Gothic"/>
                <a:ea typeface="Malgun Gothic"/>
                <a:cs typeface="Malgun Gothic"/>
              </a:defRPr>
            </a:lvl9pPr>
          </a:lstStyle>
          <a:p xmlns:a="http://schemas.openxmlformats.org/drawingml/2006/main">
            <a:pPr>
              <a:defRPr sz="2100" b="0">
                <a:solidFill>
                  <a:srgbClr val="182C38"/>
                </a:solidFill>
                <a:latin typeface="Malgun Gothic"/>
                <a:ea typeface="Malgun Gothic"/>
                <a:cs typeface="Malgun Gothic"/>
              </a:defRPr>
            </a:pPr>
            <a:r>
              <a:rPr sz="2100" b="0">
                <a:solidFill>
                  <a:srgbClr val="182C38"/>
                </a:solidFill>
                <a:latin typeface="Malgun Gothic"/>
                <a:ea typeface="Malgun Gothic"/>
                <a:cs typeface="Malgun Gothic"/>
              </a:rPr>
              <a:t>PPEGlovePairCoordinator: 좌우 개별 상태와 논리적 완료</a:t>
            </a:r>
          </a:p>
        </p:txBody>
      </p:sp>
      <p:graphicFrame>
        <p:nvGraphicFramePr>
          <p:cNvPr id="7" name="">
            <a:extLst xmlns:a="http://schemas.openxmlformats.org/drawingml/2006/main">
              <a:ext uri="{FF2B5EF4-FFF2-40B4-BE49-F238E27FC236}">
                <a16:creationId xmlns:a16="http://schemas.microsoft.com/office/drawing/2014/main" id="{65099CDB-FF7F-4892-8857-D167919ADBB3}"/>
              </a:ext>
            </a:extLst>
          </p:cNvPr>
          <p:cNvGraphicFramePr/>
          <p:nvPr/>
        </p:nvGraphicFramePr>
        <p:xfrm>
          <a:off xmlns:a="http://schemas.openxmlformats.org/drawingml/2006/main" x="685800" y="3467100"/>
          <a:ext xmlns:a="http://schemas.openxmlformats.org/drawingml/2006/main" cx="10820400" cy="2019300"/>
        </p:xfrm>
        <a:graphic xmlns:a="http://schemas.openxmlformats.org/drawingml/2006/main">
          <a:graphicData uri="http://schemas.openxmlformats.org/drawingml/2006/table">
            <a:tbl>
              <a:tblPr/>
              <a:tblGrid>
                <a:gridCol w="2476500"/>
                <a:gridCol w="2476500"/>
                <a:gridCol w="5867400"/>
              </a:tblGrid>
              <a:tr h="504825">
                <a:tc>
                  <a:txBody>
                    <a:bodyPr lIns="95250" tIns="95250" rIns="95250" bIns="95250"/>
                    <a:lstStyle/>
                    <a:p>
                      <a:r>
                        <a:rPr sz="1875" b="1">
                          <a:solidFill>
                            <a:srgbClr val="FFFFFF"/>
                          </a:solidFill>
                          <a:latin typeface="Malgun Gothic"/>
                          <a:ea typeface="Malgun Gothic"/>
                          <a:cs typeface="Malgun Gothic"/>
                        </a:rPr>
                        <a:t>왼손</a:t>
                      </a:r>
                    </a:p>
                  </a:txBody>
                  <a:tcPr marL="91440" marR="91440" marT="45720" marB="45720" anchor="ctr">
                    <a:lnL w="9525">
                      <a:solidFill>
                        <a:srgbClr val="B8CBD2"/>
                      </a:solidFill>
                      <a:prstDash val="solid"/>
                    </a:lnL>
                    <a:lnR w="9525">
                      <a:solidFill>
                        <a:srgbClr val="B8CBD2"/>
                      </a:solidFill>
                      <a:prstDash val="solid"/>
                    </a:lnR>
                    <a:lnT w="9525">
                      <a:solidFill>
                        <a:srgbClr val="B8CBD2"/>
                      </a:solidFill>
                      <a:prstDash val="solid"/>
                    </a:lnT>
                    <a:lnB w="9525">
                      <a:solidFill>
                        <a:srgbClr val="B8CBD2"/>
                      </a:solidFill>
                      <a:prstDash val="solid"/>
                    </a:lnB>
                    <a:solidFill>
                      <a:srgbClr val="182C38"/>
                    </a:solidFill>
                  </a:tcPr>
                </a:tc>
                <a:tc>
                  <a:txBody>
                    <a:bodyPr lIns="95250" tIns="95250" rIns="95250" bIns="95250"/>
                    <a:lstStyle/>
                    <a:p>
                      <a:r>
                        <a:rPr sz="1875" b="1">
                          <a:solidFill>
                            <a:srgbClr val="FFFFFF"/>
                          </a:solidFill>
                          <a:latin typeface="Malgun Gothic"/>
                          <a:ea typeface="Malgun Gothic"/>
                          <a:cs typeface="Malgun Gothic"/>
                        </a:rPr>
                        <a:t>오른손</a:t>
                      </a:r>
                    </a:p>
                  </a:txBody>
                  <a:tcPr marL="91440" marR="91440" marT="45720" marB="45720" anchor="ctr">
                    <a:lnR w="9525">
                      <a:solidFill>
                        <a:srgbClr val="B8CBD2"/>
                      </a:solidFill>
                      <a:prstDash val="solid"/>
                    </a:lnR>
                    <a:lnT w="9525">
                      <a:solidFill>
                        <a:srgbClr val="B8CBD2"/>
                      </a:solidFill>
                      <a:prstDash val="solid"/>
                    </a:lnT>
                    <a:lnB w="9525">
                      <a:solidFill>
                        <a:srgbClr val="B8CBD2"/>
                      </a:solidFill>
                      <a:prstDash val="solid"/>
                    </a:lnB>
                    <a:solidFill>
                      <a:srgbClr val="182C38"/>
                    </a:solidFill>
                  </a:tcPr>
                </a:tc>
                <a:tc>
                  <a:txBody>
                    <a:bodyPr lIns="95250" tIns="95250" rIns="95250" bIns="95250"/>
                    <a:lstStyle/>
                    <a:p>
                      <a:r>
                        <a:rPr sz="1875" b="1">
                          <a:solidFill>
                            <a:srgbClr val="FFFFFF"/>
                          </a:solidFill>
                          <a:latin typeface="Malgun Gothic"/>
                          <a:ea typeface="Malgun Gothic"/>
                          <a:cs typeface="Malgun Gothic"/>
                        </a:rPr>
                        <a:t>논리 장갑 완료</a:t>
                      </a:r>
                    </a:p>
                  </a:txBody>
                  <a:tcPr marL="91440" marR="91440" marT="45720" marB="45720" anchor="ctr">
                    <a:lnR w="9525">
                      <a:solidFill>
                        <a:srgbClr val="B8CBD2"/>
                      </a:solidFill>
                      <a:prstDash val="solid"/>
                    </a:lnR>
                    <a:lnT w="9525">
                      <a:solidFill>
                        <a:srgbClr val="B8CBD2"/>
                      </a:solidFill>
                      <a:prstDash val="solid"/>
                    </a:lnT>
                    <a:lnB w="9525">
                      <a:solidFill>
                        <a:srgbClr val="B8CBD2"/>
                      </a:solidFill>
                      <a:prstDash val="solid"/>
                    </a:lnB>
                    <a:solidFill>
                      <a:srgbClr val="182C38"/>
                    </a:solidFill>
                  </a:tcPr>
                </a:tc>
              </a:tr>
              <a:tr h="504825">
                <a:tc>
                  <a:txBody>
                    <a:bodyPr lIns="95250" tIns="95250" rIns="95250" bIns="95250"/>
                    <a:lstStyle/>
                    <a:p>
                      <a:r>
                        <a:rPr sz="1875" b="0">
                          <a:solidFill>
                            <a:srgbClr val="182C38"/>
                          </a:solidFill>
                          <a:latin typeface="Malgun Gothic"/>
                          <a:ea typeface="Malgun Gothic"/>
                          <a:cs typeface="Malgun Gothic"/>
                        </a:rPr>
                        <a:t>미완료</a:t>
                      </a:r>
                    </a:p>
                  </a:txBody>
                  <a:tcPr marL="91440" marR="91440" marT="45720" marB="45720" anchor="ctr">
                    <a:lnL w="9525">
                      <a:solidFill>
                        <a:srgbClr val="B8CBD2"/>
                      </a:solidFill>
                      <a:prstDash val="solid"/>
                    </a:lnL>
                    <a:lnR w="9525">
                      <a:solidFill>
                        <a:srgbClr val="B8CBD2"/>
                      </a:solidFill>
                      <a:prstDash val="solid"/>
                    </a:lnR>
                    <a:lnB w="9525">
                      <a:solidFill>
                        <a:srgbClr val="B8CBD2"/>
                      </a:solidFill>
                      <a:prstDash val="solid"/>
                    </a:lnB>
                    <a:solidFill>
                      <a:srgbClr val="FAFBFA"/>
                    </a:solidFill>
                  </a:tcPr>
                </a:tc>
                <a:tc>
                  <a:txBody>
                    <a:bodyPr lIns="95250" tIns="95250" rIns="95250" bIns="95250"/>
                    <a:lstStyle/>
                    <a:p>
                      <a:r>
                        <a:rPr sz="1875" b="0">
                          <a:solidFill>
                            <a:srgbClr val="182C38"/>
                          </a:solidFill>
                          <a:latin typeface="Malgun Gothic"/>
                          <a:ea typeface="Malgun Gothic"/>
                          <a:cs typeface="Malgun Gothic"/>
                        </a:rPr>
                        <a:t>미완료</a:t>
                      </a:r>
                    </a:p>
                  </a:txBody>
                  <a:tcPr marL="91440" marR="91440" marT="45720" marB="45720" anchor="ctr">
                    <a:lnR w="9525">
                      <a:solidFill>
                        <a:srgbClr val="B8CBD2"/>
                      </a:solidFill>
                      <a:prstDash val="solid"/>
                    </a:lnR>
                    <a:lnB w="9525">
                      <a:solidFill>
                        <a:srgbClr val="B8CBD2"/>
                      </a:solidFill>
                      <a:prstDash val="solid"/>
                    </a:lnB>
                    <a:solidFill>
                      <a:srgbClr val="FAFBFA"/>
                    </a:solidFill>
                  </a:tcPr>
                </a:tc>
                <a:tc>
                  <a:txBody>
                    <a:bodyPr lIns="95250" tIns="95250" rIns="95250" bIns="95250"/>
                    <a:lstStyle/>
                    <a:p>
                      <a:r>
                        <a:rPr sz="1875" b="0">
                          <a:solidFill>
                            <a:srgbClr val="182C38"/>
                          </a:solidFill>
                          <a:latin typeface="Malgun Gothic"/>
                          <a:ea typeface="Malgun Gothic"/>
                          <a:cs typeface="Malgun Gothic"/>
                        </a:rPr>
                        <a:t>등록 전</a:t>
                      </a:r>
                    </a:p>
                  </a:txBody>
                  <a:tcPr marL="91440" marR="91440" marT="45720" marB="45720" anchor="ctr">
                    <a:lnR w="9525">
                      <a:solidFill>
                        <a:srgbClr val="B8CBD2"/>
                      </a:solidFill>
                      <a:prstDash val="solid"/>
                    </a:lnR>
                    <a:lnB w="9525">
                      <a:solidFill>
                        <a:srgbClr val="B8CBD2"/>
                      </a:solidFill>
                      <a:prstDash val="solid"/>
                    </a:lnB>
                    <a:solidFill>
                      <a:srgbClr val="FAFBFA"/>
                    </a:solidFill>
                  </a:tcPr>
                </a:tc>
              </a:tr>
              <a:tr h="504825">
                <a:tc>
                  <a:txBody>
                    <a:bodyPr lIns="95250" tIns="95250" rIns="95250" bIns="95250"/>
                    <a:lstStyle/>
                    <a:p>
                      <a:r>
                        <a:rPr sz="1875" b="0">
                          <a:solidFill>
                            <a:srgbClr val="182C38"/>
                          </a:solidFill>
                          <a:latin typeface="Malgun Gothic"/>
                          <a:ea typeface="Malgun Gothic"/>
                          <a:cs typeface="Malgun Gothic"/>
                        </a:rPr>
                        <a:t>완료</a:t>
                      </a:r>
                    </a:p>
                  </a:txBody>
                  <a:tcPr marL="91440" marR="91440" marT="45720" marB="45720" anchor="ctr">
                    <a:lnL w="9525">
                      <a:solidFill>
                        <a:srgbClr val="B8CBD2"/>
                      </a:solidFill>
                      <a:prstDash val="solid"/>
                    </a:lnL>
                    <a:lnR w="9525">
                      <a:solidFill>
                        <a:srgbClr val="B8CBD2"/>
                      </a:solidFill>
                      <a:prstDash val="solid"/>
                    </a:lnR>
                    <a:lnB w="9525">
                      <a:solidFill>
                        <a:srgbClr val="B8CBD2"/>
                      </a:solidFill>
                      <a:prstDash val="solid"/>
                    </a:lnB>
                    <a:solidFill>
                      <a:srgbClr val="F0F5F6"/>
                    </a:solidFill>
                  </a:tcPr>
                </a:tc>
                <a:tc>
                  <a:txBody>
                    <a:bodyPr lIns="95250" tIns="95250" rIns="95250" bIns="95250"/>
                    <a:lstStyle/>
                    <a:p>
                      <a:r>
                        <a:rPr sz="1875" b="0">
                          <a:solidFill>
                            <a:srgbClr val="182C38"/>
                          </a:solidFill>
                          <a:latin typeface="Malgun Gothic"/>
                          <a:ea typeface="Malgun Gothic"/>
                          <a:cs typeface="Malgun Gothic"/>
                        </a:rPr>
                        <a:t>미완료</a:t>
                      </a:r>
                    </a:p>
                  </a:txBody>
                  <a:tcPr marL="91440" marR="91440" marT="45720" marB="45720" anchor="ctr">
                    <a:lnR w="9525">
                      <a:solidFill>
                        <a:srgbClr val="B8CBD2"/>
                      </a:solidFill>
                      <a:prstDash val="solid"/>
                    </a:lnR>
                    <a:lnB w="9525">
                      <a:solidFill>
                        <a:srgbClr val="B8CBD2"/>
                      </a:solidFill>
                      <a:prstDash val="solid"/>
                    </a:lnB>
                    <a:solidFill>
                      <a:srgbClr val="F0F5F6"/>
                    </a:solidFill>
                  </a:tcPr>
                </a:tc>
                <a:tc>
                  <a:txBody>
                    <a:bodyPr lIns="95250" tIns="95250" rIns="95250" bIns="95250"/>
                    <a:lstStyle/>
                    <a:p>
                      <a:r>
                        <a:rPr sz="1875" b="0">
                          <a:solidFill>
                            <a:srgbClr val="182C38"/>
                          </a:solidFill>
                          <a:latin typeface="Malgun Gothic"/>
                          <a:ea typeface="Malgun Gothic"/>
                          <a:cs typeface="Malgun Gothic"/>
                        </a:rPr>
                        <a:t>부분 착용 유지</a:t>
                      </a:r>
                    </a:p>
                  </a:txBody>
                  <a:tcPr marL="91440" marR="91440" marT="45720" marB="45720" anchor="ctr">
                    <a:lnR w="9525">
                      <a:solidFill>
                        <a:srgbClr val="B8CBD2"/>
                      </a:solidFill>
                      <a:prstDash val="solid"/>
                    </a:lnR>
                    <a:lnB w="9525">
                      <a:solidFill>
                        <a:srgbClr val="B8CBD2"/>
                      </a:solidFill>
                      <a:prstDash val="solid"/>
                    </a:lnB>
                    <a:solidFill>
                      <a:srgbClr val="F0F5F6"/>
                    </a:solidFill>
                  </a:tcPr>
                </a:tc>
              </a:tr>
              <a:tr h="504825">
                <a:tc>
                  <a:txBody>
                    <a:bodyPr lIns="95250" tIns="95250" rIns="95250" bIns="95250"/>
                    <a:lstStyle/>
                    <a:p>
                      <a:r>
                        <a:rPr sz="1875" b="0">
                          <a:solidFill>
                            <a:srgbClr val="182C38"/>
                          </a:solidFill>
                          <a:latin typeface="Malgun Gothic"/>
                          <a:ea typeface="Malgun Gothic"/>
                          <a:cs typeface="Malgun Gothic"/>
                        </a:rPr>
                        <a:t>완료</a:t>
                      </a:r>
                    </a:p>
                  </a:txBody>
                  <a:tcPr marL="91440" marR="91440" marT="45720" marB="45720" anchor="ctr">
                    <a:lnL w="9525">
                      <a:solidFill>
                        <a:srgbClr val="B8CBD2"/>
                      </a:solidFill>
                      <a:prstDash val="solid"/>
                    </a:lnL>
                    <a:lnR w="9525">
                      <a:solidFill>
                        <a:srgbClr val="B8CBD2"/>
                      </a:solidFill>
                      <a:prstDash val="solid"/>
                    </a:lnR>
                    <a:lnB w="9525">
                      <a:solidFill>
                        <a:srgbClr val="B8CBD2"/>
                      </a:solidFill>
                      <a:prstDash val="solid"/>
                    </a:lnB>
                    <a:solidFill>
                      <a:srgbClr val="FAFBFA"/>
                    </a:solidFill>
                  </a:tcPr>
                </a:tc>
                <a:tc>
                  <a:txBody>
                    <a:bodyPr lIns="95250" tIns="95250" rIns="95250" bIns="95250"/>
                    <a:lstStyle/>
                    <a:p>
                      <a:r>
                        <a:rPr sz="1875" b="0">
                          <a:solidFill>
                            <a:srgbClr val="182C38"/>
                          </a:solidFill>
                          <a:latin typeface="Malgun Gothic"/>
                          <a:ea typeface="Malgun Gothic"/>
                          <a:cs typeface="Malgun Gothic"/>
                        </a:rPr>
                        <a:t>완료</a:t>
                      </a:r>
                    </a:p>
                  </a:txBody>
                  <a:tcPr marL="91440" marR="91440" marT="45720" marB="45720" anchor="ctr">
                    <a:lnR w="9525">
                      <a:solidFill>
                        <a:srgbClr val="B8CBD2"/>
                      </a:solidFill>
                      <a:prstDash val="solid"/>
                    </a:lnR>
                    <a:lnB w="9525">
                      <a:solidFill>
                        <a:srgbClr val="B8CBD2"/>
                      </a:solidFill>
                      <a:prstDash val="solid"/>
                    </a:lnB>
                    <a:solidFill>
                      <a:srgbClr val="FAFBFA"/>
                    </a:solidFill>
                  </a:tcPr>
                </a:tc>
                <a:tc>
                  <a:txBody>
                    <a:bodyPr lIns="95250" tIns="95250" rIns="95250" bIns="95250"/>
                    <a:lstStyle/>
                    <a:p>
                      <a:r>
                        <a:rPr sz="1875" b="0">
                          <a:solidFill>
                            <a:srgbClr val="182C38"/>
                          </a:solidFill>
                          <a:latin typeface="Malgun Gothic"/>
                          <a:ea typeface="Malgun Gothic"/>
                          <a:cs typeface="Malgun Gothic"/>
                        </a:rPr>
                        <a:t>Equip 성공 시에만 완료</a:t>
                      </a:r>
                    </a:p>
                  </a:txBody>
                  <a:tcPr marL="91440" marR="91440" marT="45720" marB="45720" anchor="ctr">
                    <a:lnR w="9525">
                      <a:solidFill>
                        <a:srgbClr val="B8CBD2"/>
                      </a:solidFill>
                      <a:prstDash val="solid"/>
                    </a:lnR>
                    <a:lnB w="9525">
                      <a:solidFill>
                        <a:srgbClr val="B8CBD2"/>
                      </a:solidFill>
                      <a:prstDash val="solid"/>
                    </a:lnB>
                    <a:solidFill>
                      <a:srgbClr val="FAFBFA"/>
                    </a:solidFill>
                  </a:tcPr>
                </a:tc>
              </a:tr>
            </a:tbl>
          </a:graphicData>
        </a:graphic>
      </p:graphicFrame>
      <p:sp>
        <p:nvSpPr>
          <p:cNvPr id="8" name="text">
            <a:extLst xmlns:a="http://schemas.openxmlformats.org/drawingml/2006/main">
              <a:ext uri="{FF2B5EF4-FFF2-40B4-BE49-F238E27FC236}">
                <a16:creationId xmlns:a16="http://schemas.microsoft.com/office/drawing/2014/main" id="{2F774158-24AC-4A7E-BC5D-D7F88D73E6A3}"/>
              </a:ext>
            </a:extLst>
          </p:cNvPr>
          <p:cNvSpPr>
            <a:spLocks xmlns:a="http://schemas.openxmlformats.org/drawingml/2006/main" noGrp="1"/>
          </p:cNvSpPr>
          <p:nvPr/>
        </p:nvSpPr>
        <p:spPr>
          <a:xfrm xmlns:a="http://schemas.openxmlformats.org/drawingml/2006/main">
            <a:off x="685800" y="57531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66A88"/>
                </a:solidFill>
                <a:latin typeface="Malgun Gothic"/>
                <a:ea typeface="Malgun Gothic"/>
                <a:cs typeface="Malgun Gothic"/>
              </a:defRPr>
            </a:defPPr>
            <a:lvl1pPr>
              <a:defRPr sz="1950" b="1">
                <a:solidFill>
                  <a:srgbClr val="166A88"/>
                </a:solidFill>
                <a:latin typeface="Malgun Gothic"/>
                <a:ea typeface="Malgun Gothic"/>
                <a:cs typeface="Malgun Gothic"/>
              </a:defRPr>
            </a:lvl1pPr>
            <a:lvl2pPr>
              <a:defRPr sz="1950" b="1">
                <a:solidFill>
                  <a:srgbClr val="166A88"/>
                </a:solidFill>
                <a:latin typeface="Malgun Gothic"/>
                <a:ea typeface="Malgun Gothic"/>
                <a:cs typeface="Malgun Gothic"/>
              </a:defRPr>
            </a:lvl2pPr>
            <a:lvl3pPr>
              <a:defRPr sz="1950" b="1">
                <a:solidFill>
                  <a:srgbClr val="166A88"/>
                </a:solidFill>
                <a:latin typeface="Malgun Gothic"/>
                <a:ea typeface="Malgun Gothic"/>
                <a:cs typeface="Malgun Gothic"/>
              </a:defRPr>
            </a:lvl3pPr>
            <a:lvl4pPr>
              <a:defRPr sz="1950" b="1">
                <a:solidFill>
                  <a:srgbClr val="166A88"/>
                </a:solidFill>
                <a:latin typeface="Malgun Gothic"/>
                <a:ea typeface="Malgun Gothic"/>
                <a:cs typeface="Malgun Gothic"/>
              </a:defRPr>
            </a:lvl4pPr>
            <a:lvl5pPr>
              <a:defRPr sz="1950" b="1">
                <a:solidFill>
                  <a:srgbClr val="166A88"/>
                </a:solidFill>
                <a:latin typeface="Malgun Gothic"/>
                <a:ea typeface="Malgun Gothic"/>
                <a:cs typeface="Malgun Gothic"/>
              </a:defRPr>
            </a:lvl5pPr>
            <a:lvl6pPr>
              <a:defRPr sz="1950" b="1">
                <a:solidFill>
                  <a:srgbClr val="166A88"/>
                </a:solidFill>
                <a:latin typeface="Malgun Gothic"/>
                <a:ea typeface="Malgun Gothic"/>
                <a:cs typeface="Malgun Gothic"/>
              </a:defRPr>
            </a:lvl6pPr>
            <a:lvl7pPr>
              <a:defRPr sz="1950" b="1">
                <a:solidFill>
                  <a:srgbClr val="166A88"/>
                </a:solidFill>
                <a:latin typeface="Malgun Gothic"/>
                <a:ea typeface="Malgun Gothic"/>
                <a:cs typeface="Malgun Gothic"/>
              </a:defRPr>
            </a:lvl7pPr>
            <a:lvl8pPr>
              <a:defRPr sz="1950" b="1">
                <a:solidFill>
                  <a:srgbClr val="166A88"/>
                </a:solidFill>
                <a:latin typeface="Malgun Gothic"/>
                <a:ea typeface="Malgun Gothic"/>
                <a:cs typeface="Malgun Gothic"/>
              </a:defRPr>
            </a:lvl8pPr>
            <a:lvl9pPr>
              <a:defRPr sz="1950" b="1">
                <a:solidFill>
                  <a:srgbClr val="166A88"/>
                </a:solidFill>
                <a:latin typeface="Malgun Gothic"/>
                <a:ea typeface="Malgun Gothic"/>
                <a:cs typeface="Malgun Gothic"/>
              </a:defRPr>
            </a:lvl9pPr>
          </a:lstStyle>
          <a:p xmlns:a="http://schemas.openxmlformats.org/drawingml/2006/main">
            <a:pPr>
              <a:defRPr sz="1950" b="1">
                <a:solidFill>
                  <a:srgbClr val="166A88"/>
                </a:solidFill>
                <a:latin typeface="Malgun Gothic"/>
                <a:ea typeface="Malgun Gothic"/>
                <a:cs typeface="Malgun Gothic"/>
              </a:defRPr>
            </a:pPr>
            <a:r>
              <a:rPr sz="1950" b="1">
                <a:solidFill>
                  <a:srgbClr val="166A88"/>
                </a:solidFill>
                <a:latin typeface="Malgun Gothic"/>
                <a:ea typeface="Malgun Gothic"/>
                <a:cs typeface="Malgun Gothic"/>
              </a:rPr>
              <a:t>잘못된 순서·중복·부분 착용을 구분하고, 상태 변경을 UI·TTS와 연결합니다.</a:t>
            </a:r>
          </a:p>
        </p:txBody>
      </p:sp>
    </p:spTree>
    <p:extLst>
      <p:ext uri="{BB962C8B-B14F-4D97-AF65-F5344CB8AC3E}">
        <p14:creationId xmlns:p14="http://schemas.microsoft.com/office/powerpoint/2010/main" val="144557835"/>
      </p:ext>
    </p:extLst>
  </p:cSld>
</p:sld>
</file>

<file path=ppt/slides/slide6.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26A056E-629D-4C20-8497-34F98DF036EE}"/>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C38"/>
                </a:solidFill>
                <a:latin typeface="Malgun Gothic"/>
                <a:ea typeface="Malgun Gothic"/>
                <a:cs typeface="Malgun Gothic"/>
              </a:defRPr>
            </a:defPPr>
            <a:lvl1pPr>
              <a:defRPr sz="3300" b="1">
                <a:solidFill>
                  <a:srgbClr val="182C38"/>
                </a:solidFill>
                <a:latin typeface="Malgun Gothic"/>
                <a:ea typeface="Malgun Gothic"/>
                <a:cs typeface="Malgun Gothic"/>
              </a:defRPr>
            </a:lvl1pPr>
            <a:lvl2pPr>
              <a:defRPr sz="3300" b="1">
                <a:solidFill>
                  <a:srgbClr val="182C38"/>
                </a:solidFill>
                <a:latin typeface="Malgun Gothic"/>
                <a:ea typeface="Malgun Gothic"/>
                <a:cs typeface="Malgun Gothic"/>
              </a:defRPr>
            </a:lvl2pPr>
            <a:lvl3pPr>
              <a:defRPr sz="3300" b="1">
                <a:solidFill>
                  <a:srgbClr val="182C38"/>
                </a:solidFill>
                <a:latin typeface="Malgun Gothic"/>
                <a:ea typeface="Malgun Gothic"/>
                <a:cs typeface="Malgun Gothic"/>
              </a:defRPr>
            </a:lvl3pPr>
            <a:lvl4pPr>
              <a:defRPr sz="3300" b="1">
                <a:solidFill>
                  <a:srgbClr val="182C38"/>
                </a:solidFill>
                <a:latin typeface="Malgun Gothic"/>
                <a:ea typeface="Malgun Gothic"/>
                <a:cs typeface="Malgun Gothic"/>
              </a:defRPr>
            </a:lvl4pPr>
            <a:lvl5pPr>
              <a:defRPr sz="3300" b="1">
                <a:solidFill>
                  <a:srgbClr val="182C38"/>
                </a:solidFill>
                <a:latin typeface="Malgun Gothic"/>
                <a:ea typeface="Malgun Gothic"/>
                <a:cs typeface="Malgun Gothic"/>
              </a:defRPr>
            </a:lvl5pPr>
            <a:lvl6pPr>
              <a:defRPr sz="3300" b="1">
                <a:solidFill>
                  <a:srgbClr val="182C38"/>
                </a:solidFill>
                <a:latin typeface="Malgun Gothic"/>
                <a:ea typeface="Malgun Gothic"/>
                <a:cs typeface="Malgun Gothic"/>
              </a:defRPr>
            </a:lvl6pPr>
            <a:lvl7pPr>
              <a:defRPr sz="3300" b="1">
                <a:solidFill>
                  <a:srgbClr val="182C38"/>
                </a:solidFill>
                <a:latin typeface="Malgun Gothic"/>
                <a:ea typeface="Malgun Gothic"/>
                <a:cs typeface="Malgun Gothic"/>
              </a:defRPr>
            </a:lvl7pPr>
            <a:lvl8pPr>
              <a:defRPr sz="3300" b="1">
                <a:solidFill>
                  <a:srgbClr val="182C38"/>
                </a:solidFill>
                <a:latin typeface="Malgun Gothic"/>
                <a:ea typeface="Malgun Gothic"/>
                <a:cs typeface="Malgun Gothic"/>
              </a:defRPr>
            </a:lvl8pPr>
            <a:lvl9pPr>
              <a:defRPr sz="3300" b="1">
                <a:solidFill>
                  <a:srgbClr val="182C38"/>
                </a:solidFill>
                <a:latin typeface="Malgun Gothic"/>
                <a:ea typeface="Malgun Gothic"/>
                <a:cs typeface="Malgun Gothic"/>
              </a:defRPr>
            </a:lvl9pPr>
          </a:lstStyle>
          <a:p xmlns:a="http://schemas.openxmlformats.org/drawingml/2006/main">
            <a:pPr>
              <a:defRPr sz="3300" b="1">
                <a:solidFill>
                  <a:srgbClr val="182C38"/>
                </a:solidFill>
                <a:latin typeface="Malgun Gothic"/>
                <a:ea typeface="Malgun Gothic"/>
                <a:cs typeface="Malgun Gothic"/>
              </a:defRPr>
            </a:pPr>
            <a:r>
              <a:rPr sz="3300" b="1">
                <a:solidFill>
                  <a:srgbClr val="182C38"/>
                </a:solidFill>
                <a:latin typeface="Malgun Gothic"/>
                <a:ea typeface="Malgun Gothic"/>
                <a:cs typeface="Malgun Gothic"/>
              </a:rPr>
              <a:t>XR 인터랙션 결함 분석 및 개선</a:t>
            </a:r>
          </a:p>
        </p:txBody>
      </p:sp>
      <p:sp>
        <p:nvSpPr>
          <p:cNvPr id="2" name="source">
            <a:extLst xmlns:a="http://schemas.openxmlformats.org/drawingml/2006/main">
              <a:ext uri="{FF2B5EF4-FFF2-40B4-BE49-F238E27FC236}">
                <a16:creationId xmlns:a16="http://schemas.microsoft.com/office/drawing/2014/main" id="{2D7D2EB3-EE1A-4E33-9233-C252554B0971}"/>
              </a:ext>
            </a:extLst>
          </p:cNvPr>
          <p:cNvSpPr>
            <a:spLocks xmlns:a="http://schemas.openxmlformats.org/drawingml/2006/main" noGrp="1"/>
          </p:cNvSpPr>
          <p:nvPr/>
        </p:nvSpPr>
        <p:spPr>
          <a:xfrm xmlns:a="http://schemas.openxmlformats.org/drawingml/2006/main">
            <a:off x="685800" y="638175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36E"/>
                </a:solidFill>
                <a:latin typeface="Malgun Gothic"/>
                <a:ea typeface="Malgun Gothic"/>
                <a:cs typeface="Malgun Gothic"/>
              </a:defRPr>
            </a:defPPr>
            <a:lvl1pPr>
              <a:defRPr sz="1200" b="0">
                <a:solidFill>
                  <a:srgbClr val="52636E"/>
                </a:solidFill>
                <a:latin typeface="Malgun Gothic"/>
                <a:ea typeface="Malgun Gothic"/>
                <a:cs typeface="Malgun Gothic"/>
              </a:defRPr>
            </a:lvl1pPr>
            <a:lvl2pPr>
              <a:defRPr sz="1200" b="0">
                <a:solidFill>
                  <a:srgbClr val="52636E"/>
                </a:solidFill>
                <a:latin typeface="Malgun Gothic"/>
                <a:ea typeface="Malgun Gothic"/>
                <a:cs typeface="Malgun Gothic"/>
              </a:defRPr>
            </a:lvl2pPr>
            <a:lvl3pPr>
              <a:defRPr sz="1200" b="0">
                <a:solidFill>
                  <a:srgbClr val="52636E"/>
                </a:solidFill>
                <a:latin typeface="Malgun Gothic"/>
                <a:ea typeface="Malgun Gothic"/>
                <a:cs typeface="Malgun Gothic"/>
              </a:defRPr>
            </a:lvl3pPr>
            <a:lvl4pPr>
              <a:defRPr sz="1200" b="0">
                <a:solidFill>
                  <a:srgbClr val="52636E"/>
                </a:solidFill>
                <a:latin typeface="Malgun Gothic"/>
                <a:ea typeface="Malgun Gothic"/>
                <a:cs typeface="Malgun Gothic"/>
              </a:defRPr>
            </a:lvl4pPr>
            <a:lvl5pPr>
              <a:defRPr sz="1200" b="0">
                <a:solidFill>
                  <a:srgbClr val="52636E"/>
                </a:solidFill>
                <a:latin typeface="Malgun Gothic"/>
                <a:ea typeface="Malgun Gothic"/>
                <a:cs typeface="Malgun Gothic"/>
              </a:defRPr>
            </a:lvl5pPr>
            <a:lvl6pPr>
              <a:defRPr sz="1200" b="0">
                <a:solidFill>
                  <a:srgbClr val="52636E"/>
                </a:solidFill>
                <a:latin typeface="Malgun Gothic"/>
                <a:ea typeface="Malgun Gothic"/>
                <a:cs typeface="Malgun Gothic"/>
              </a:defRPr>
            </a:lvl6pPr>
            <a:lvl7pPr>
              <a:defRPr sz="1200" b="0">
                <a:solidFill>
                  <a:srgbClr val="52636E"/>
                </a:solidFill>
                <a:latin typeface="Malgun Gothic"/>
                <a:ea typeface="Malgun Gothic"/>
                <a:cs typeface="Malgun Gothic"/>
              </a:defRPr>
            </a:lvl7pPr>
            <a:lvl8pPr>
              <a:defRPr sz="1200" b="0">
                <a:solidFill>
                  <a:srgbClr val="52636E"/>
                </a:solidFill>
                <a:latin typeface="Malgun Gothic"/>
                <a:ea typeface="Malgun Gothic"/>
                <a:cs typeface="Malgun Gothic"/>
              </a:defRPr>
            </a:lvl8pPr>
            <a:lvl9pPr>
              <a:defRPr sz="1200" b="0">
                <a:solidFill>
                  <a:srgbClr val="52636E"/>
                </a:solidFill>
                <a:latin typeface="Malgun Gothic"/>
                <a:ea typeface="Malgun Gothic"/>
                <a:cs typeface="Malgun Gothic"/>
              </a:defRPr>
            </a:lvl9pPr>
          </a:lstStyle>
          <a:p xmlns:a="http://schemas.openxmlformats.org/drawingml/2006/main">
            <a:pPr>
              <a:defRPr sz="1200" b="0">
                <a:solidFill>
                  <a:srgbClr val="52636E"/>
                </a:solidFill>
                <a:latin typeface="Malgun Gothic"/>
                <a:ea typeface="Malgun Gothic"/>
                <a:cs typeface="Malgun Gothic"/>
              </a:defRPr>
            </a:pPr>
            <a:r>
              <a:rPr sz="1200" b="0">
                <a:solidFill>
                  <a:srgbClr val="52636E"/>
                </a:solidFill>
                <a:latin typeface="Malgun Gothic"/>
                <a:ea typeface="Malgun Gothic"/>
                <a:cs typeface="Malgun Gothic"/>
              </a:rPr>
              <a:t>근거: 가방 입력 경로 3종, GlovePairCoordinator, ReleaseEquip 및 회귀 XML</a:t>
            </a:r>
          </a:p>
        </p:txBody>
      </p:sp>
      <p:sp>
        <p:nvSpPr>
          <p:cNvPr id="3" name="page">
            <a:extLst xmlns:a="http://schemas.openxmlformats.org/drawingml/2006/main">
              <a:ext uri="{FF2B5EF4-FFF2-40B4-BE49-F238E27FC236}">
                <a16:creationId xmlns:a16="http://schemas.microsoft.com/office/drawing/2014/main" id="{4A46BBFE-10C7-4D1C-8F98-F3D37E639850}"/>
              </a:ext>
            </a:extLst>
          </p:cNvPr>
          <p:cNvSpPr>
            <a:spLocks xmlns:a="http://schemas.openxmlformats.org/drawingml/2006/main" noGrp="1"/>
          </p:cNvSpPr>
          <p:nvPr/>
        </p:nvSpPr>
        <p:spPr>
          <a:xfrm xmlns:a="http://schemas.openxmlformats.org/drawingml/2006/main">
            <a:off x="11115675"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36E"/>
                </a:solidFill>
                <a:latin typeface="Malgun Gothic"/>
                <a:ea typeface="Malgun Gothic"/>
                <a:cs typeface="Malgun Gothic"/>
              </a:defRPr>
            </a:defPPr>
            <a:lvl1pPr>
              <a:defRPr sz="1500" b="0">
                <a:solidFill>
                  <a:srgbClr val="52636E"/>
                </a:solidFill>
                <a:latin typeface="Malgun Gothic"/>
                <a:ea typeface="Malgun Gothic"/>
                <a:cs typeface="Malgun Gothic"/>
              </a:defRPr>
            </a:lvl1pPr>
            <a:lvl2pPr>
              <a:defRPr sz="1500" b="0">
                <a:solidFill>
                  <a:srgbClr val="52636E"/>
                </a:solidFill>
                <a:latin typeface="Malgun Gothic"/>
                <a:ea typeface="Malgun Gothic"/>
                <a:cs typeface="Malgun Gothic"/>
              </a:defRPr>
            </a:lvl2pPr>
            <a:lvl3pPr>
              <a:defRPr sz="1500" b="0">
                <a:solidFill>
                  <a:srgbClr val="52636E"/>
                </a:solidFill>
                <a:latin typeface="Malgun Gothic"/>
                <a:ea typeface="Malgun Gothic"/>
                <a:cs typeface="Malgun Gothic"/>
              </a:defRPr>
            </a:lvl3pPr>
            <a:lvl4pPr>
              <a:defRPr sz="1500" b="0">
                <a:solidFill>
                  <a:srgbClr val="52636E"/>
                </a:solidFill>
                <a:latin typeface="Malgun Gothic"/>
                <a:ea typeface="Malgun Gothic"/>
                <a:cs typeface="Malgun Gothic"/>
              </a:defRPr>
            </a:lvl4pPr>
            <a:lvl5pPr>
              <a:defRPr sz="1500" b="0">
                <a:solidFill>
                  <a:srgbClr val="52636E"/>
                </a:solidFill>
                <a:latin typeface="Malgun Gothic"/>
                <a:ea typeface="Malgun Gothic"/>
                <a:cs typeface="Malgun Gothic"/>
              </a:defRPr>
            </a:lvl5pPr>
            <a:lvl6pPr>
              <a:defRPr sz="1500" b="0">
                <a:solidFill>
                  <a:srgbClr val="52636E"/>
                </a:solidFill>
                <a:latin typeface="Malgun Gothic"/>
                <a:ea typeface="Malgun Gothic"/>
                <a:cs typeface="Malgun Gothic"/>
              </a:defRPr>
            </a:lvl6pPr>
            <a:lvl7pPr>
              <a:defRPr sz="1500" b="0">
                <a:solidFill>
                  <a:srgbClr val="52636E"/>
                </a:solidFill>
                <a:latin typeface="Malgun Gothic"/>
                <a:ea typeface="Malgun Gothic"/>
                <a:cs typeface="Malgun Gothic"/>
              </a:defRPr>
            </a:lvl7pPr>
            <a:lvl8pPr>
              <a:defRPr sz="1500" b="0">
                <a:solidFill>
                  <a:srgbClr val="52636E"/>
                </a:solidFill>
                <a:latin typeface="Malgun Gothic"/>
                <a:ea typeface="Malgun Gothic"/>
                <a:cs typeface="Malgun Gothic"/>
              </a:defRPr>
            </a:lvl8pPr>
            <a:lvl9pPr>
              <a:defRPr sz="1500" b="0">
                <a:solidFill>
                  <a:srgbClr val="52636E"/>
                </a:solidFill>
                <a:latin typeface="Malgun Gothic"/>
                <a:ea typeface="Malgun Gothic"/>
                <a:cs typeface="Malgun Gothic"/>
              </a:defRPr>
            </a:lvl9pPr>
          </a:lstStyle>
          <a:p xmlns:a="http://schemas.openxmlformats.org/drawingml/2006/main">
            <a:pPr>
              <a:defRPr sz="1500" b="0">
                <a:solidFill>
                  <a:srgbClr val="52636E"/>
                </a:solidFill>
                <a:latin typeface="Malgun Gothic"/>
                <a:ea typeface="Malgun Gothic"/>
                <a:cs typeface="Malgun Gothic"/>
              </a:defRPr>
            </a:pPr>
            <a:r>
              <a:rPr sz="1500" b="0">
                <a:solidFill>
                  <a:srgbClr val="52636E"/>
                </a:solidFill>
                <a:latin typeface="Malgun Gothic"/>
                <a:ea typeface="Malgun Gothic"/>
                <a:cs typeface="Malgun Gothic"/>
              </a:rPr>
              <a:t>06</a:t>
            </a:r>
          </a:p>
        </p:txBody>
      </p:sp>
      <p:graphicFrame>
        <p:nvGraphicFramePr>
          <p:cNvPr id="4" name="">
            <a:extLst xmlns:a="http://schemas.openxmlformats.org/drawingml/2006/main">
              <a:ext uri="{FF2B5EF4-FFF2-40B4-BE49-F238E27FC236}">
                <a16:creationId xmlns:a16="http://schemas.microsoft.com/office/drawing/2014/main" id="{144522DD-E0A4-42C9-9FFB-3D3787185516}"/>
              </a:ext>
            </a:extLst>
          </p:cNvPr>
          <p:cNvGraphicFramePr/>
          <p:nvPr/>
        </p:nvGraphicFramePr>
        <p:xfrm>
          <a:off xmlns:a="http://schemas.openxmlformats.org/drawingml/2006/main" x="685800" y="1685925"/>
          <a:ext xmlns:a="http://schemas.openxmlformats.org/drawingml/2006/main" cx="10820400" cy="3124200"/>
        </p:xfrm>
        <a:graphic xmlns:a="http://schemas.openxmlformats.org/drawingml/2006/main">
          <a:graphicData uri="http://schemas.openxmlformats.org/drawingml/2006/table">
            <a:tbl>
              <a:tblPr/>
              <a:tblGrid>
                <a:gridCol w="2857500"/>
                <a:gridCol w="3333750"/>
                <a:gridCol w="4629150"/>
              </a:tblGrid>
              <a:tr h="1041400">
                <a:tc>
                  <a:txBody>
                    <a:bodyPr lIns="95250" tIns="95250" rIns="95250" bIns="95250"/>
                    <a:lstStyle/>
                    <a:p>
                      <a:r>
                        <a:rPr sz="1875" b="1">
                          <a:solidFill>
                            <a:srgbClr val="FFFFFF"/>
                          </a:solidFill>
                          <a:latin typeface="Malgun Gothic"/>
                          <a:ea typeface="Malgun Gothic"/>
                          <a:cs typeface="Malgun Gothic"/>
                        </a:rPr>
                        <a:t>문제</a:t>
                      </a:r>
                    </a:p>
                  </a:txBody>
                  <a:tcPr marL="91440" marR="91440" marT="45720" marB="45720" anchor="ctr">
                    <a:lnL w="9525">
                      <a:solidFill>
                        <a:srgbClr val="B8CBD2"/>
                      </a:solidFill>
                      <a:prstDash val="solid"/>
                    </a:lnL>
                    <a:lnR w="9525">
                      <a:solidFill>
                        <a:srgbClr val="B8CBD2"/>
                      </a:solidFill>
                      <a:prstDash val="solid"/>
                    </a:lnR>
                    <a:lnT w="9525">
                      <a:solidFill>
                        <a:srgbClr val="B8CBD2"/>
                      </a:solidFill>
                      <a:prstDash val="solid"/>
                    </a:lnT>
                    <a:lnB w="9525">
                      <a:solidFill>
                        <a:srgbClr val="B8CBD2"/>
                      </a:solidFill>
                      <a:prstDash val="solid"/>
                    </a:lnB>
                    <a:solidFill>
                      <a:srgbClr val="182C38"/>
                    </a:solidFill>
                  </a:tcPr>
                </a:tc>
                <a:tc>
                  <a:txBody>
                    <a:bodyPr lIns="95250" tIns="95250" rIns="95250" bIns="95250"/>
                    <a:lstStyle/>
                    <a:p>
                      <a:r>
                        <a:rPr sz="1875" b="1">
                          <a:solidFill>
                            <a:srgbClr val="FFFFFF"/>
                          </a:solidFill>
                          <a:latin typeface="Malgun Gothic"/>
                          <a:ea typeface="Malgun Gothic"/>
                          <a:cs typeface="Malgun Gothic"/>
                        </a:rPr>
                        <a:t>원인</a:t>
                      </a:r>
                    </a:p>
                  </a:txBody>
                  <a:tcPr marL="91440" marR="91440" marT="45720" marB="45720" anchor="ctr">
                    <a:lnR w="9525">
                      <a:solidFill>
                        <a:srgbClr val="B8CBD2"/>
                      </a:solidFill>
                      <a:prstDash val="solid"/>
                    </a:lnR>
                    <a:lnT w="9525">
                      <a:solidFill>
                        <a:srgbClr val="B8CBD2"/>
                      </a:solidFill>
                      <a:prstDash val="solid"/>
                    </a:lnT>
                    <a:lnB w="9525">
                      <a:solidFill>
                        <a:srgbClr val="B8CBD2"/>
                      </a:solidFill>
                      <a:prstDash val="solid"/>
                    </a:lnB>
                    <a:solidFill>
                      <a:srgbClr val="182C38"/>
                    </a:solidFill>
                  </a:tcPr>
                </a:tc>
                <a:tc>
                  <a:txBody>
                    <a:bodyPr lIns="95250" tIns="95250" rIns="95250" bIns="95250"/>
                    <a:lstStyle/>
                    <a:p>
                      <a:r>
                        <a:rPr sz="1875" b="1">
                          <a:solidFill>
                            <a:srgbClr val="FFFFFF"/>
                          </a:solidFill>
                          <a:latin typeface="Malgun Gothic"/>
                          <a:ea typeface="Malgun Gothic"/>
                          <a:cs typeface="Malgun Gothic"/>
                        </a:rPr>
                        <a:t>수정 후 조건과 복구</a:t>
                      </a:r>
                    </a:p>
                  </a:txBody>
                  <a:tcPr marL="91440" marR="91440" marT="45720" marB="45720" anchor="ctr">
                    <a:lnR w="9525">
                      <a:solidFill>
                        <a:srgbClr val="B8CBD2"/>
                      </a:solidFill>
                      <a:prstDash val="solid"/>
                    </a:lnR>
                    <a:lnT w="9525">
                      <a:solidFill>
                        <a:srgbClr val="B8CBD2"/>
                      </a:solidFill>
                      <a:prstDash val="solid"/>
                    </a:lnT>
                    <a:lnB w="9525">
                      <a:solidFill>
                        <a:srgbClr val="B8CBD2"/>
                      </a:solidFill>
                      <a:prstDash val="solid"/>
                    </a:lnB>
                    <a:solidFill>
                      <a:srgbClr val="182C38"/>
                    </a:solidFill>
                  </a:tcPr>
                </a:tc>
              </a:tr>
              <a:tr h="1041400">
                <a:tc>
                  <a:txBody>
                    <a:bodyPr lIns="95250" tIns="95250" rIns="95250" bIns="95250"/>
                    <a:lstStyle/>
                    <a:p>
                      <a:r>
                        <a:rPr sz="1875" b="0">
                          <a:solidFill>
                            <a:srgbClr val="182C38"/>
                          </a:solidFill>
                          <a:latin typeface="Malgun Gothic"/>
                          <a:ea typeface="Malgun Gothic"/>
                          <a:cs typeface="Malgun Gothic"/>
                        </a:rPr>
                        <a:t>가방과 무관한</a:t>
                      </a:r>
                    </a:p>
                    <a:p>
                      <a:r>
                        <a:rPr sz="1875" b="0">
                          <a:solidFill>
                            <a:srgbClr val="182C38"/>
                          </a:solidFill>
                          <a:latin typeface="Malgun Gothic"/>
                          <a:ea typeface="Malgun Gothic"/>
                          <a:cs typeface="Malgun Gothic"/>
                        </a:rPr>
                        <a:t>Grip 준비 완료</a:t>
                      </a:r>
                    </a:p>
                  </a:txBody>
                  <a:tcPr marL="91440" marR="91440" marT="45720" marB="45720" anchor="ctr">
                    <a:lnL w="9525">
                      <a:solidFill>
                        <a:srgbClr val="B8CBD2"/>
                      </a:solidFill>
                      <a:prstDash val="solid"/>
                    </a:lnL>
                    <a:lnR w="9525">
                      <a:solidFill>
                        <a:srgbClr val="B8CBD2"/>
                      </a:solidFill>
                      <a:prstDash val="solid"/>
                    </a:lnR>
                    <a:lnB w="9525">
                      <a:solidFill>
                        <a:srgbClr val="B8CBD2"/>
                      </a:solidFill>
                      <a:prstDash val="solid"/>
                    </a:lnB>
                    <a:solidFill>
                      <a:srgbClr val="FAFBFA"/>
                    </a:solidFill>
                  </a:tcPr>
                </a:tc>
                <a:tc>
                  <a:txBody>
                    <a:bodyPr lIns="95250" tIns="95250" rIns="95250" bIns="95250"/>
                    <a:lstStyle/>
                    <a:p>
                      <a:r>
                        <a:rPr sz="1875" b="0">
                          <a:solidFill>
                            <a:srgbClr val="182C38"/>
                          </a:solidFill>
                          <a:latin typeface="Malgun Gothic"/>
                          <a:ea typeface="Malgun Gothic"/>
                          <a:cs typeface="Malgun Gothic"/>
                        </a:rPr>
                        <a:t>수납 후 입력에서</a:t>
                      </a:r>
                    </a:p>
                    <a:p>
                      <a:r>
                        <a:rPr sz="1875" b="0">
                          <a:solidFill>
                            <a:srgbClr val="182C38"/>
                          </a:solidFill>
                          <a:latin typeface="Malgun Gothic"/>
                          <a:ea typeface="Malgun Gothic"/>
                          <a:cs typeface="Malgun Gothic"/>
                        </a:rPr>
                        <a:t>가방 문맥 확인 부족</a:t>
                      </a:r>
                    </a:p>
                  </a:txBody>
                  <a:tcPr marL="91440" marR="91440" marT="45720" marB="45720" anchor="ctr">
                    <a:lnR w="9525">
                      <a:solidFill>
                        <a:srgbClr val="B8CBD2"/>
                      </a:solidFill>
                      <a:prstDash val="solid"/>
                    </a:lnR>
                    <a:lnB w="9525">
                      <a:solidFill>
                        <a:srgbClr val="B8CBD2"/>
                      </a:solidFill>
                      <a:prstDash val="solid"/>
                    </a:lnB>
                    <a:solidFill>
                      <a:srgbClr val="FAFBFA"/>
                    </a:solidFill>
                  </a:tcPr>
                </a:tc>
                <a:tc>
                  <a:txBody>
                    <a:bodyPr lIns="95250" tIns="95250" rIns="95250" bIns="95250"/>
                    <a:lstStyle/>
                    <a:p>
                      <a:r>
                        <a:rPr sz="1875" b="0">
                          <a:solidFill>
                            <a:srgbClr val="182C38"/>
                          </a:solidFill>
                          <a:latin typeface="Malgun Gothic"/>
                          <a:ea typeface="Malgun Gothic"/>
                          <a:cs typeface="Malgun Gothic"/>
                        </a:rPr>
                        <a:t>활성 가방 Hover/Select와</a:t>
                      </a:r>
                    </a:p>
                    <a:p>
                      <a:r>
                        <a:rPr sz="1875" b="0">
                          <a:solidFill>
                            <a:srgbClr val="182C38"/>
                          </a:solidFill>
                          <a:latin typeface="Malgun Gothic"/>
                          <a:ea typeface="Malgun Gothic"/>
                          <a:cs typeface="Malgun Gothic"/>
                        </a:rPr>
                        <a:t>실제 입력 손 검증</a:t>
                      </a:r>
                    </a:p>
                  </a:txBody>
                  <a:tcPr marL="91440" marR="91440" marT="45720" marB="45720" anchor="ctr">
                    <a:lnR w="9525">
                      <a:solidFill>
                        <a:srgbClr val="B8CBD2"/>
                      </a:solidFill>
                      <a:prstDash val="solid"/>
                    </a:lnR>
                    <a:lnB w="9525">
                      <a:solidFill>
                        <a:srgbClr val="B8CBD2"/>
                      </a:solidFill>
                      <a:prstDash val="solid"/>
                    </a:lnB>
                    <a:solidFill>
                      <a:srgbClr val="FAFBFA"/>
                    </a:solidFill>
                  </a:tcPr>
                </a:tc>
              </a:tr>
              <a:tr h="1041400">
                <a:tc>
                  <a:txBody>
                    <a:bodyPr lIns="95250" tIns="95250" rIns="95250" bIns="95250"/>
                    <a:lstStyle/>
                    <a:p>
                      <a:r>
                        <a:rPr sz="1875" b="0">
                          <a:solidFill>
                            <a:srgbClr val="182C38"/>
                          </a:solidFill>
                          <a:latin typeface="Malgun Gothic"/>
                          <a:ea typeface="Malgun Gothic"/>
                          <a:cs typeface="Malgun Gothic"/>
                        </a:rPr>
                        <a:t>장갑 등록 실패 후</a:t>
                      </a:r>
                    </a:p>
                    <a:p>
                      <a:r>
                        <a:rPr sz="1875" b="0">
                          <a:solidFill>
                            <a:srgbClr val="182C38"/>
                          </a:solidFill>
                          <a:latin typeface="Malgun Gothic"/>
                          <a:ea typeface="Malgun Gothic"/>
                          <a:cs typeface="Malgun Gothic"/>
                        </a:rPr>
                        <a:t>좌우 상태 불일치</a:t>
                      </a:r>
                    </a:p>
                  </a:txBody>
                  <a:tcPr marL="91440" marR="91440" marT="45720" marB="45720" anchor="ctr">
                    <a:lnL w="9525">
                      <a:solidFill>
                        <a:srgbClr val="B8CBD2"/>
                      </a:solidFill>
                      <a:prstDash val="solid"/>
                    </a:lnL>
                    <a:lnR w="9525">
                      <a:solidFill>
                        <a:srgbClr val="B8CBD2"/>
                      </a:solidFill>
                      <a:prstDash val="solid"/>
                    </a:lnR>
                    <a:lnB w="9525">
                      <a:solidFill>
                        <a:srgbClr val="B8CBD2"/>
                      </a:solidFill>
                      <a:prstDash val="solid"/>
                    </a:lnB>
                    <a:solidFill>
                      <a:srgbClr val="F0F5F6"/>
                    </a:solidFill>
                  </a:tcPr>
                </a:tc>
                <a:tc>
                  <a:txBody>
                    <a:bodyPr lIns="95250" tIns="95250" rIns="95250" bIns="95250"/>
                    <a:lstStyle/>
                    <a:p>
                      <a:r>
                        <a:rPr sz="1875" b="0">
                          <a:solidFill>
                            <a:srgbClr val="182C38"/>
                          </a:solidFill>
                          <a:latin typeface="Malgun Gothic"/>
                          <a:ea typeface="Malgun Gothic"/>
                          <a:cs typeface="Malgun Gothic"/>
                        </a:rPr>
                        <a:t>양손 갱신과 최종</a:t>
                      </a:r>
                    </a:p>
                    <a:p>
                      <a:r>
                        <a:rPr sz="1875" b="0">
                          <a:solidFill>
                            <a:srgbClr val="182C38"/>
                          </a:solidFill>
                          <a:latin typeface="Malgun Gothic"/>
                          <a:ea typeface="Malgun Gothic"/>
                          <a:cs typeface="Malgun Gothic"/>
                        </a:rPr>
                        <a:t>Equip 성공 불일치</a:t>
                      </a:r>
                    </a:p>
                  </a:txBody>
                  <a:tcPr marL="91440" marR="91440" marT="45720" marB="45720" anchor="ctr">
                    <a:lnR w="9525">
                      <a:solidFill>
                        <a:srgbClr val="B8CBD2"/>
                      </a:solidFill>
                      <a:prstDash val="solid"/>
                    </a:lnR>
                    <a:lnB w="9525">
                      <a:solidFill>
                        <a:srgbClr val="B8CBD2"/>
                      </a:solidFill>
                      <a:prstDash val="solid"/>
                    </a:lnB>
                    <a:solidFill>
                      <a:srgbClr val="F0F5F6"/>
                    </a:solidFill>
                  </a:tcPr>
                </a:tc>
                <a:tc>
                  <a:txBody>
                    <a:bodyPr lIns="95250" tIns="95250" rIns="95250" bIns="95250"/>
                    <a:lstStyle/>
                    <a:p>
                      <a:r>
                        <a:rPr sz="1875" b="0">
                          <a:solidFill>
                            <a:srgbClr val="182C38"/>
                          </a:solidFill>
                          <a:latin typeface="Malgun Gothic"/>
                          <a:ea typeface="Malgun Gothic"/>
                          <a:cs typeface="Malgun Gothic"/>
                        </a:rPr>
                        <a:t>실패한 손만 복원</a:t>
                      </a:r>
                    </a:p>
                    <a:p>
                      <a:r>
                        <a:rPr sz="1875" b="0">
                          <a:solidFill>
                            <a:srgbClr val="182C38"/>
                          </a:solidFill>
                          <a:latin typeface="Malgun Gothic"/>
                          <a:ea typeface="Malgun Gothic"/>
                          <a:cs typeface="Malgun Gothic"/>
                        </a:rPr>
                        <a:t>먼저 성공한 손은 유지</a:t>
                      </a:r>
                    </a:p>
                  </a:txBody>
                  <a:tcPr marL="91440" marR="91440" marT="45720" marB="45720" anchor="ctr">
                    <a:lnR w="9525">
                      <a:solidFill>
                        <a:srgbClr val="B8CBD2"/>
                      </a:solidFill>
                      <a:prstDash val="solid"/>
                    </a:lnR>
                    <a:lnB w="9525">
                      <a:solidFill>
                        <a:srgbClr val="B8CBD2"/>
                      </a:solidFill>
                      <a:prstDash val="solid"/>
                    </a:lnB>
                    <a:solidFill>
                      <a:srgbClr val="F0F5F6"/>
                    </a:solidFill>
                  </a:tcPr>
                </a:tc>
              </a:tr>
            </a:tbl>
          </a:graphicData>
        </a:graphic>
      </p:graphicFrame>
      <p:sp>
        <p:nvSpPr>
          <p:cNvPr id="5" name="text">
            <a:extLst xmlns:a="http://schemas.openxmlformats.org/drawingml/2006/main">
              <a:ext uri="{FF2B5EF4-FFF2-40B4-BE49-F238E27FC236}">
                <a16:creationId xmlns:a16="http://schemas.microsoft.com/office/drawing/2014/main" id="{DC544BDE-214F-4B43-A4D2-9E511586A59E}"/>
              </a:ext>
            </a:extLst>
          </p:cNvPr>
          <p:cNvSpPr>
            <a:spLocks xmlns:a="http://schemas.openxmlformats.org/drawingml/2006/main" noGrp="1"/>
          </p:cNvSpPr>
          <p:nvPr/>
        </p:nvSpPr>
        <p:spPr>
          <a:xfrm xmlns:a="http://schemas.openxmlformats.org/drawingml/2006/main">
            <a:off x="685800" y="52101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6734D"/>
                </a:solidFill>
                <a:latin typeface="Malgun Gothic"/>
                <a:ea typeface="Malgun Gothic"/>
                <a:cs typeface="Malgun Gothic"/>
              </a:defRPr>
            </a:defPPr>
            <a:lvl1pPr>
              <a:defRPr sz="2325" b="1">
                <a:solidFill>
                  <a:srgbClr val="26734D"/>
                </a:solidFill>
                <a:latin typeface="Malgun Gothic"/>
                <a:ea typeface="Malgun Gothic"/>
                <a:cs typeface="Malgun Gothic"/>
              </a:defRPr>
            </a:lvl1pPr>
            <a:lvl2pPr>
              <a:defRPr sz="2325" b="1">
                <a:solidFill>
                  <a:srgbClr val="26734D"/>
                </a:solidFill>
                <a:latin typeface="Malgun Gothic"/>
                <a:ea typeface="Malgun Gothic"/>
                <a:cs typeface="Malgun Gothic"/>
              </a:defRPr>
            </a:lvl2pPr>
            <a:lvl3pPr>
              <a:defRPr sz="2325" b="1">
                <a:solidFill>
                  <a:srgbClr val="26734D"/>
                </a:solidFill>
                <a:latin typeface="Malgun Gothic"/>
                <a:ea typeface="Malgun Gothic"/>
                <a:cs typeface="Malgun Gothic"/>
              </a:defRPr>
            </a:lvl3pPr>
            <a:lvl4pPr>
              <a:defRPr sz="2325" b="1">
                <a:solidFill>
                  <a:srgbClr val="26734D"/>
                </a:solidFill>
                <a:latin typeface="Malgun Gothic"/>
                <a:ea typeface="Malgun Gothic"/>
                <a:cs typeface="Malgun Gothic"/>
              </a:defRPr>
            </a:lvl4pPr>
            <a:lvl5pPr>
              <a:defRPr sz="2325" b="1">
                <a:solidFill>
                  <a:srgbClr val="26734D"/>
                </a:solidFill>
                <a:latin typeface="Malgun Gothic"/>
                <a:ea typeface="Malgun Gothic"/>
                <a:cs typeface="Malgun Gothic"/>
              </a:defRPr>
            </a:lvl5pPr>
            <a:lvl6pPr>
              <a:defRPr sz="2325" b="1">
                <a:solidFill>
                  <a:srgbClr val="26734D"/>
                </a:solidFill>
                <a:latin typeface="Malgun Gothic"/>
                <a:ea typeface="Malgun Gothic"/>
                <a:cs typeface="Malgun Gothic"/>
              </a:defRPr>
            </a:lvl6pPr>
            <a:lvl7pPr>
              <a:defRPr sz="2325" b="1">
                <a:solidFill>
                  <a:srgbClr val="26734D"/>
                </a:solidFill>
                <a:latin typeface="Malgun Gothic"/>
                <a:ea typeface="Malgun Gothic"/>
                <a:cs typeface="Malgun Gothic"/>
              </a:defRPr>
            </a:lvl7pPr>
            <a:lvl8pPr>
              <a:defRPr sz="2325" b="1">
                <a:solidFill>
                  <a:srgbClr val="26734D"/>
                </a:solidFill>
                <a:latin typeface="Malgun Gothic"/>
                <a:ea typeface="Malgun Gothic"/>
                <a:cs typeface="Malgun Gothic"/>
              </a:defRPr>
            </a:lvl8pPr>
            <a:lvl9pPr>
              <a:defRPr sz="2325" b="1">
                <a:solidFill>
                  <a:srgbClr val="26734D"/>
                </a:solidFill>
                <a:latin typeface="Malgun Gothic"/>
                <a:ea typeface="Malgun Gothic"/>
                <a:cs typeface="Malgun Gothic"/>
              </a:defRPr>
            </a:lvl9pPr>
          </a:lstStyle>
          <a:p xmlns:a="http://schemas.openxmlformats.org/drawingml/2006/main">
            <a:pPr>
              <a:defRPr sz="2325" b="1">
                <a:solidFill>
                  <a:srgbClr val="26734D"/>
                </a:solidFill>
                <a:latin typeface="Malgun Gothic"/>
                <a:ea typeface="Malgun Gothic"/>
                <a:cs typeface="Malgun Gothic"/>
              </a:defRPr>
            </a:pPr>
            <a:r>
              <a:rPr sz="2325" b="1">
                <a:solidFill>
                  <a:srgbClr val="26734D"/>
                </a:solidFill>
                <a:latin typeface="Malgun Gothic"/>
                <a:ea typeface="Malgun Gothic"/>
                <a:cs typeface="Malgun Gothic"/>
              </a:rPr>
              <a:t>관련 신규 회귀 테스트를 포함한 50개 테스트 통과</a:t>
            </a:r>
          </a:p>
        </p:txBody>
      </p:sp>
      <p:sp>
        <p:nvSpPr>
          <p:cNvPr id="6" name="text">
            <a:extLst xmlns:a="http://schemas.openxmlformats.org/drawingml/2006/main">
              <a:ext uri="{FF2B5EF4-FFF2-40B4-BE49-F238E27FC236}">
                <a16:creationId xmlns:a16="http://schemas.microsoft.com/office/drawing/2014/main" id="{501D97BE-7AAC-4BAB-A7D9-54014A26BC26}"/>
              </a:ext>
            </a:extLst>
          </p:cNvPr>
          <p:cNvSpPr>
            <a:spLocks xmlns:a="http://schemas.openxmlformats.org/drawingml/2006/main" noGrp="1"/>
          </p:cNvSpPr>
          <p:nvPr/>
        </p:nvSpPr>
        <p:spPr>
          <a:xfrm xmlns:a="http://schemas.openxmlformats.org/drawingml/2006/main">
            <a:off x="685800" y="58197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AA4C21"/>
                </a:solidFill>
                <a:latin typeface="Malgun Gothic"/>
                <a:ea typeface="Malgun Gothic"/>
                <a:cs typeface="Malgun Gothic"/>
              </a:defRPr>
            </a:defPPr>
            <a:lvl1pPr>
              <a:defRPr sz="1875" b="0">
                <a:solidFill>
                  <a:srgbClr val="AA4C21"/>
                </a:solidFill>
                <a:latin typeface="Malgun Gothic"/>
                <a:ea typeface="Malgun Gothic"/>
                <a:cs typeface="Malgun Gothic"/>
              </a:defRPr>
            </a:lvl1pPr>
            <a:lvl2pPr>
              <a:defRPr sz="1875" b="0">
                <a:solidFill>
                  <a:srgbClr val="AA4C21"/>
                </a:solidFill>
                <a:latin typeface="Malgun Gothic"/>
                <a:ea typeface="Malgun Gothic"/>
                <a:cs typeface="Malgun Gothic"/>
              </a:defRPr>
            </a:lvl2pPr>
            <a:lvl3pPr>
              <a:defRPr sz="1875" b="0">
                <a:solidFill>
                  <a:srgbClr val="AA4C21"/>
                </a:solidFill>
                <a:latin typeface="Malgun Gothic"/>
                <a:ea typeface="Malgun Gothic"/>
                <a:cs typeface="Malgun Gothic"/>
              </a:defRPr>
            </a:lvl3pPr>
            <a:lvl4pPr>
              <a:defRPr sz="1875" b="0">
                <a:solidFill>
                  <a:srgbClr val="AA4C21"/>
                </a:solidFill>
                <a:latin typeface="Malgun Gothic"/>
                <a:ea typeface="Malgun Gothic"/>
                <a:cs typeface="Malgun Gothic"/>
              </a:defRPr>
            </a:lvl4pPr>
            <a:lvl5pPr>
              <a:defRPr sz="1875" b="0">
                <a:solidFill>
                  <a:srgbClr val="AA4C21"/>
                </a:solidFill>
                <a:latin typeface="Malgun Gothic"/>
                <a:ea typeface="Malgun Gothic"/>
                <a:cs typeface="Malgun Gothic"/>
              </a:defRPr>
            </a:lvl5pPr>
            <a:lvl6pPr>
              <a:defRPr sz="1875" b="0">
                <a:solidFill>
                  <a:srgbClr val="AA4C21"/>
                </a:solidFill>
                <a:latin typeface="Malgun Gothic"/>
                <a:ea typeface="Malgun Gothic"/>
                <a:cs typeface="Malgun Gothic"/>
              </a:defRPr>
            </a:lvl6pPr>
            <a:lvl7pPr>
              <a:defRPr sz="1875" b="0">
                <a:solidFill>
                  <a:srgbClr val="AA4C21"/>
                </a:solidFill>
                <a:latin typeface="Malgun Gothic"/>
                <a:ea typeface="Malgun Gothic"/>
                <a:cs typeface="Malgun Gothic"/>
              </a:defRPr>
            </a:lvl7pPr>
            <a:lvl8pPr>
              <a:defRPr sz="1875" b="0">
                <a:solidFill>
                  <a:srgbClr val="AA4C21"/>
                </a:solidFill>
                <a:latin typeface="Malgun Gothic"/>
                <a:ea typeface="Malgun Gothic"/>
                <a:cs typeface="Malgun Gothic"/>
              </a:defRPr>
            </a:lvl8pPr>
            <a:lvl9pPr>
              <a:defRPr sz="1875" b="0">
                <a:solidFill>
                  <a:srgbClr val="AA4C21"/>
                </a:solidFill>
                <a:latin typeface="Malgun Gothic"/>
                <a:ea typeface="Malgun Gothic"/>
                <a:cs typeface="Malgun Gothic"/>
              </a:defRPr>
            </a:lvl9pPr>
          </a:lstStyle>
          <a:p xmlns:a="http://schemas.openxmlformats.org/drawingml/2006/main">
            <a:pPr>
              <a:defRPr sz="1875" b="0">
                <a:solidFill>
                  <a:srgbClr val="AA4C21"/>
                </a:solidFill>
                <a:latin typeface="Malgun Gothic"/>
                <a:ea typeface="Malgun Gothic"/>
                <a:cs typeface="Malgun Gothic"/>
              </a:defRPr>
            </a:pPr>
            <a:r>
              <a:rPr sz="1875" b="0">
                <a:solidFill>
                  <a:srgbClr val="AA4C21"/>
                </a:solidFill>
                <a:latin typeface="Malgun Gothic"/>
                <a:ea typeface="Malgun Gothic"/>
                <a:cs typeface="Malgun Gothic"/>
              </a:rPr>
              <a:t>실제 HMD의 Grab·release·tracking 동작은 별도 검증이 필요합니다.</a:t>
            </a:r>
          </a:p>
        </p:txBody>
      </p:sp>
    </p:spTree>
    <p:extLst>
      <p:ext uri="{BB962C8B-B14F-4D97-AF65-F5344CB8AC3E}">
        <p14:creationId xmlns:p14="http://schemas.microsoft.com/office/powerpoint/2010/main" val="1526340061"/>
      </p:ext>
    </p:extLst>
  </p:cSld>
</p:sld>
</file>

<file path=ppt/slides/slide7.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AD783DD7-A7BE-41CF-B6DD-AB3DC4DA7814}"/>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C38"/>
                </a:solidFill>
                <a:latin typeface="Malgun Gothic"/>
                <a:ea typeface="Malgun Gothic"/>
                <a:cs typeface="Malgun Gothic"/>
              </a:defRPr>
            </a:defPPr>
            <a:lvl1pPr>
              <a:defRPr sz="3300" b="1">
                <a:solidFill>
                  <a:srgbClr val="182C38"/>
                </a:solidFill>
                <a:latin typeface="Malgun Gothic"/>
                <a:ea typeface="Malgun Gothic"/>
                <a:cs typeface="Malgun Gothic"/>
              </a:defRPr>
            </a:lvl1pPr>
            <a:lvl2pPr>
              <a:defRPr sz="3300" b="1">
                <a:solidFill>
                  <a:srgbClr val="182C38"/>
                </a:solidFill>
                <a:latin typeface="Malgun Gothic"/>
                <a:ea typeface="Malgun Gothic"/>
                <a:cs typeface="Malgun Gothic"/>
              </a:defRPr>
            </a:lvl2pPr>
            <a:lvl3pPr>
              <a:defRPr sz="3300" b="1">
                <a:solidFill>
                  <a:srgbClr val="182C38"/>
                </a:solidFill>
                <a:latin typeface="Malgun Gothic"/>
                <a:ea typeface="Malgun Gothic"/>
                <a:cs typeface="Malgun Gothic"/>
              </a:defRPr>
            </a:lvl3pPr>
            <a:lvl4pPr>
              <a:defRPr sz="3300" b="1">
                <a:solidFill>
                  <a:srgbClr val="182C38"/>
                </a:solidFill>
                <a:latin typeface="Malgun Gothic"/>
                <a:ea typeface="Malgun Gothic"/>
                <a:cs typeface="Malgun Gothic"/>
              </a:defRPr>
            </a:lvl4pPr>
            <a:lvl5pPr>
              <a:defRPr sz="3300" b="1">
                <a:solidFill>
                  <a:srgbClr val="182C38"/>
                </a:solidFill>
                <a:latin typeface="Malgun Gothic"/>
                <a:ea typeface="Malgun Gothic"/>
                <a:cs typeface="Malgun Gothic"/>
              </a:defRPr>
            </a:lvl5pPr>
            <a:lvl6pPr>
              <a:defRPr sz="3300" b="1">
                <a:solidFill>
                  <a:srgbClr val="182C38"/>
                </a:solidFill>
                <a:latin typeface="Malgun Gothic"/>
                <a:ea typeface="Malgun Gothic"/>
                <a:cs typeface="Malgun Gothic"/>
              </a:defRPr>
            </a:lvl6pPr>
            <a:lvl7pPr>
              <a:defRPr sz="3300" b="1">
                <a:solidFill>
                  <a:srgbClr val="182C38"/>
                </a:solidFill>
                <a:latin typeface="Malgun Gothic"/>
                <a:ea typeface="Malgun Gothic"/>
                <a:cs typeface="Malgun Gothic"/>
              </a:defRPr>
            </a:lvl7pPr>
            <a:lvl8pPr>
              <a:defRPr sz="3300" b="1">
                <a:solidFill>
                  <a:srgbClr val="182C38"/>
                </a:solidFill>
                <a:latin typeface="Malgun Gothic"/>
                <a:ea typeface="Malgun Gothic"/>
                <a:cs typeface="Malgun Gothic"/>
              </a:defRPr>
            </a:lvl8pPr>
            <a:lvl9pPr>
              <a:defRPr sz="3300" b="1">
                <a:solidFill>
                  <a:srgbClr val="182C38"/>
                </a:solidFill>
                <a:latin typeface="Malgun Gothic"/>
                <a:ea typeface="Malgun Gothic"/>
                <a:cs typeface="Malgun Gothic"/>
              </a:defRPr>
            </a:lvl9pPr>
          </a:lstStyle>
          <a:p xmlns:a="http://schemas.openxmlformats.org/drawingml/2006/main">
            <a:pPr>
              <a:defRPr sz="3300" b="1">
                <a:solidFill>
                  <a:srgbClr val="182C38"/>
                </a:solidFill>
                <a:latin typeface="Malgun Gothic"/>
                <a:ea typeface="Malgun Gothic"/>
                <a:cs typeface="Malgun Gothic"/>
              </a:defRPr>
            </a:pPr>
            <a:r>
              <a:rPr sz="3300" b="1">
                <a:solidFill>
                  <a:srgbClr val="182C38"/>
                </a:solidFill>
                <a:latin typeface="Malgun Gothic"/>
                <a:ea typeface="Malgun Gothic"/>
                <a:cs typeface="Malgun Gothic"/>
              </a:rPr>
              <a:t>Unity 실제 컴파일 및 자동 테스트 검증</a:t>
            </a:r>
          </a:p>
        </p:txBody>
      </p:sp>
      <p:sp>
        <p:nvSpPr>
          <p:cNvPr id="2" name="source">
            <a:extLst xmlns:a="http://schemas.openxmlformats.org/drawingml/2006/main">
              <a:ext uri="{FF2B5EF4-FFF2-40B4-BE49-F238E27FC236}">
                <a16:creationId xmlns:a16="http://schemas.microsoft.com/office/drawing/2014/main" id="{29DDC4FA-F573-4D09-BC0B-A1F8C485C3C2}"/>
              </a:ext>
            </a:extLst>
          </p:cNvPr>
          <p:cNvSpPr>
            <a:spLocks xmlns:a="http://schemas.openxmlformats.org/drawingml/2006/main" noGrp="1"/>
          </p:cNvSpPr>
          <p:nvPr/>
        </p:nvSpPr>
        <p:spPr>
          <a:xfrm xmlns:a="http://schemas.openxmlformats.org/drawingml/2006/main">
            <a:off x="685800" y="638175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36E"/>
                </a:solidFill>
                <a:latin typeface="Malgun Gothic"/>
                <a:ea typeface="Malgun Gothic"/>
                <a:cs typeface="Malgun Gothic"/>
              </a:defRPr>
            </a:defPPr>
            <a:lvl1pPr>
              <a:defRPr sz="1200" b="0">
                <a:solidFill>
                  <a:srgbClr val="52636E"/>
                </a:solidFill>
                <a:latin typeface="Malgun Gothic"/>
                <a:ea typeface="Malgun Gothic"/>
                <a:cs typeface="Malgun Gothic"/>
              </a:defRPr>
            </a:lvl1pPr>
            <a:lvl2pPr>
              <a:defRPr sz="1200" b="0">
                <a:solidFill>
                  <a:srgbClr val="52636E"/>
                </a:solidFill>
                <a:latin typeface="Malgun Gothic"/>
                <a:ea typeface="Malgun Gothic"/>
                <a:cs typeface="Malgun Gothic"/>
              </a:defRPr>
            </a:lvl2pPr>
            <a:lvl3pPr>
              <a:defRPr sz="1200" b="0">
                <a:solidFill>
                  <a:srgbClr val="52636E"/>
                </a:solidFill>
                <a:latin typeface="Malgun Gothic"/>
                <a:ea typeface="Malgun Gothic"/>
                <a:cs typeface="Malgun Gothic"/>
              </a:defRPr>
            </a:lvl3pPr>
            <a:lvl4pPr>
              <a:defRPr sz="1200" b="0">
                <a:solidFill>
                  <a:srgbClr val="52636E"/>
                </a:solidFill>
                <a:latin typeface="Malgun Gothic"/>
                <a:ea typeface="Malgun Gothic"/>
                <a:cs typeface="Malgun Gothic"/>
              </a:defRPr>
            </a:lvl4pPr>
            <a:lvl5pPr>
              <a:defRPr sz="1200" b="0">
                <a:solidFill>
                  <a:srgbClr val="52636E"/>
                </a:solidFill>
                <a:latin typeface="Malgun Gothic"/>
                <a:ea typeface="Malgun Gothic"/>
                <a:cs typeface="Malgun Gothic"/>
              </a:defRPr>
            </a:lvl5pPr>
            <a:lvl6pPr>
              <a:defRPr sz="1200" b="0">
                <a:solidFill>
                  <a:srgbClr val="52636E"/>
                </a:solidFill>
                <a:latin typeface="Malgun Gothic"/>
                <a:ea typeface="Malgun Gothic"/>
                <a:cs typeface="Malgun Gothic"/>
              </a:defRPr>
            </a:lvl6pPr>
            <a:lvl7pPr>
              <a:defRPr sz="1200" b="0">
                <a:solidFill>
                  <a:srgbClr val="52636E"/>
                </a:solidFill>
                <a:latin typeface="Malgun Gothic"/>
                <a:ea typeface="Malgun Gothic"/>
                <a:cs typeface="Malgun Gothic"/>
              </a:defRPr>
            </a:lvl7pPr>
            <a:lvl8pPr>
              <a:defRPr sz="1200" b="0">
                <a:solidFill>
                  <a:srgbClr val="52636E"/>
                </a:solidFill>
                <a:latin typeface="Malgun Gothic"/>
                <a:ea typeface="Malgun Gothic"/>
                <a:cs typeface="Malgun Gothic"/>
              </a:defRPr>
            </a:lvl8pPr>
            <a:lvl9pPr>
              <a:defRPr sz="1200" b="0">
                <a:solidFill>
                  <a:srgbClr val="52636E"/>
                </a:solidFill>
                <a:latin typeface="Malgun Gothic"/>
                <a:ea typeface="Malgun Gothic"/>
                <a:cs typeface="Malgun Gothic"/>
              </a:defRPr>
            </a:lvl9pPr>
          </a:lstStyle>
          <a:p xmlns:a="http://schemas.openxmlformats.org/drawingml/2006/main">
            <a:pPr>
              <a:defRPr sz="1200" b="0">
                <a:solidFill>
                  <a:srgbClr val="52636E"/>
                </a:solidFill>
                <a:latin typeface="Malgun Gothic"/>
                <a:ea typeface="Malgun Gothic"/>
                <a:cs typeface="Malgun Gothic"/>
              </a:defRPr>
            </a:pPr>
            <a:r>
              <a:rPr sz="1200" b="0">
                <a:solidFill>
                  <a:srgbClr val="52636E"/>
                </a:solidFill>
                <a:latin typeface="Malgun Gothic"/>
                <a:ea typeface="Malgun Gothic"/>
                <a:cs typeface="Malgun Gothic"/>
              </a:rPr>
              <a:t>근거: 실제 Unity XML, 씬 검사 JSON, 2026-10-27 검증 보고서</a:t>
            </a:r>
          </a:p>
        </p:txBody>
      </p:sp>
      <p:sp>
        <p:nvSpPr>
          <p:cNvPr id="3" name="page">
            <a:extLst xmlns:a="http://schemas.openxmlformats.org/drawingml/2006/main">
              <a:ext uri="{FF2B5EF4-FFF2-40B4-BE49-F238E27FC236}">
                <a16:creationId xmlns:a16="http://schemas.microsoft.com/office/drawing/2014/main" id="{F9985CD3-722B-4B47-8165-239A55743B9F}"/>
              </a:ext>
            </a:extLst>
          </p:cNvPr>
          <p:cNvSpPr>
            <a:spLocks xmlns:a="http://schemas.openxmlformats.org/drawingml/2006/main" noGrp="1"/>
          </p:cNvSpPr>
          <p:nvPr/>
        </p:nvSpPr>
        <p:spPr>
          <a:xfrm xmlns:a="http://schemas.openxmlformats.org/drawingml/2006/main">
            <a:off x="11115675"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36E"/>
                </a:solidFill>
                <a:latin typeface="Malgun Gothic"/>
                <a:ea typeface="Malgun Gothic"/>
                <a:cs typeface="Malgun Gothic"/>
              </a:defRPr>
            </a:defPPr>
            <a:lvl1pPr>
              <a:defRPr sz="1500" b="0">
                <a:solidFill>
                  <a:srgbClr val="52636E"/>
                </a:solidFill>
                <a:latin typeface="Malgun Gothic"/>
                <a:ea typeface="Malgun Gothic"/>
                <a:cs typeface="Malgun Gothic"/>
              </a:defRPr>
            </a:lvl1pPr>
            <a:lvl2pPr>
              <a:defRPr sz="1500" b="0">
                <a:solidFill>
                  <a:srgbClr val="52636E"/>
                </a:solidFill>
                <a:latin typeface="Malgun Gothic"/>
                <a:ea typeface="Malgun Gothic"/>
                <a:cs typeface="Malgun Gothic"/>
              </a:defRPr>
            </a:lvl2pPr>
            <a:lvl3pPr>
              <a:defRPr sz="1500" b="0">
                <a:solidFill>
                  <a:srgbClr val="52636E"/>
                </a:solidFill>
                <a:latin typeface="Malgun Gothic"/>
                <a:ea typeface="Malgun Gothic"/>
                <a:cs typeface="Malgun Gothic"/>
              </a:defRPr>
            </a:lvl3pPr>
            <a:lvl4pPr>
              <a:defRPr sz="1500" b="0">
                <a:solidFill>
                  <a:srgbClr val="52636E"/>
                </a:solidFill>
                <a:latin typeface="Malgun Gothic"/>
                <a:ea typeface="Malgun Gothic"/>
                <a:cs typeface="Malgun Gothic"/>
              </a:defRPr>
            </a:lvl4pPr>
            <a:lvl5pPr>
              <a:defRPr sz="1500" b="0">
                <a:solidFill>
                  <a:srgbClr val="52636E"/>
                </a:solidFill>
                <a:latin typeface="Malgun Gothic"/>
                <a:ea typeface="Malgun Gothic"/>
                <a:cs typeface="Malgun Gothic"/>
              </a:defRPr>
            </a:lvl5pPr>
            <a:lvl6pPr>
              <a:defRPr sz="1500" b="0">
                <a:solidFill>
                  <a:srgbClr val="52636E"/>
                </a:solidFill>
                <a:latin typeface="Malgun Gothic"/>
                <a:ea typeface="Malgun Gothic"/>
                <a:cs typeface="Malgun Gothic"/>
              </a:defRPr>
            </a:lvl6pPr>
            <a:lvl7pPr>
              <a:defRPr sz="1500" b="0">
                <a:solidFill>
                  <a:srgbClr val="52636E"/>
                </a:solidFill>
                <a:latin typeface="Malgun Gothic"/>
                <a:ea typeface="Malgun Gothic"/>
                <a:cs typeface="Malgun Gothic"/>
              </a:defRPr>
            </a:lvl7pPr>
            <a:lvl8pPr>
              <a:defRPr sz="1500" b="0">
                <a:solidFill>
                  <a:srgbClr val="52636E"/>
                </a:solidFill>
                <a:latin typeface="Malgun Gothic"/>
                <a:ea typeface="Malgun Gothic"/>
                <a:cs typeface="Malgun Gothic"/>
              </a:defRPr>
            </a:lvl8pPr>
            <a:lvl9pPr>
              <a:defRPr sz="1500" b="0">
                <a:solidFill>
                  <a:srgbClr val="52636E"/>
                </a:solidFill>
                <a:latin typeface="Malgun Gothic"/>
                <a:ea typeface="Malgun Gothic"/>
                <a:cs typeface="Malgun Gothic"/>
              </a:defRPr>
            </a:lvl9pPr>
          </a:lstStyle>
          <a:p xmlns:a="http://schemas.openxmlformats.org/drawingml/2006/main">
            <a:pPr>
              <a:defRPr sz="1500" b="0">
                <a:solidFill>
                  <a:srgbClr val="52636E"/>
                </a:solidFill>
                <a:latin typeface="Malgun Gothic"/>
                <a:ea typeface="Malgun Gothic"/>
                <a:cs typeface="Malgun Gothic"/>
              </a:defRPr>
            </a:pPr>
            <a:r>
              <a:rPr sz="1500" b="0">
                <a:solidFill>
                  <a:srgbClr val="52636E"/>
                </a:solidFill>
                <a:latin typeface="Malgun Gothic"/>
                <a:ea typeface="Malgun Gothic"/>
                <a:cs typeface="Malgun Gothic"/>
              </a:rPr>
              <a:t>07</a:t>
            </a:r>
          </a:p>
        </p:txBody>
      </p:sp>
      <p:sp>
        <p:nvSpPr>
          <p:cNvPr id="4" name="text">
            <a:extLst xmlns:a="http://schemas.openxmlformats.org/drawingml/2006/main">
              <a:ext uri="{FF2B5EF4-FFF2-40B4-BE49-F238E27FC236}">
                <a16:creationId xmlns:a16="http://schemas.microsoft.com/office/drawing/2014/main" id="{9CE3BE4E-953C-48B9-A91A-E16F4F43B22F}"/>
              </a:ext>
            </a:extLst>
          </p:cNvPr>
          <p:cNvSpPr>
            <a:spLocks xmlns:a="http://schemas.openxmlformats.org/drawingml/2006/main" noGrp="1"/>
          </p:cNvSpPr>
          <p:nvPr/>
        </p:nvSpPr>
        <p:spPr>
          <a:xfrm xmlns:a="http://schemas.openxmlformats.org/drawingml/2006/main">
            <a:off x="685800" y="13335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166A88"/>
                </a:solidFill>
                <a:latin typeface="Malgun Gothic"/>
                <a:ea typeface="Malgun Gothic"/>
                <a:cs typeface="Malgun Gothic"/>
              </a:defRPr>
            </a:defPPr>
            <a:lvl1pPr>
              <a:defRPr sz="1725" b="0">
                <a:solidFill>
                  <a:srgbClr val="166A88"/>
                </a:solidFill>
                <a:latin typeface="Malgun Gothic"/>
                <a:ea typeface="Malgun Gothic"/>
                <a:cs typeface="Malgun Gothic"/>
              </a:defRPr>
            </a:lvl1pPr>
            <a:lvl2pPr>
              <a:defRPr sz="1725" b="0">
                <a:solidFill>
                  <a:srgbClr val="166A88"/>
                </a:solidFill>
                <a:latin typeface="Malgun Gothic"/>
                <a:ea typeface="Malgun Gothic"/>
                <a:cs typeface="Malgun Gothic"/>
              </a:defRPr>
            </a:lvl2pPr>
            <a:lvl3pPr>
              <a:defRPr sz="1725" b="0">
                <a:solidFill>
                  <a:srgbClr val="166A88"/>
                </a:solidFill>
                <a:latin typeface="Malgun Gothic"/>
                <a:ea typeface="Malgun Gothic"/>
                <a:cs typeface="Malgun Gothic"/>
              </a:defRPr>
            </a:lvl3pPr>
            <a:lvl4pPr>
              <a:defRPr sz="1725" b="0">
                <a:solidFill>
                  <a:srgbClr val="166A88"/>
                </a:solidFill>
                <a:latin typeface="Malgun Gothic"/>
                <a:ea typeface="Malgun Gothic"/>
                <a:cs typeface="Malgun Gothic"/>
              </a:defRPr>
            </a:lvl4pPr>
            <a:lvl5pPr>
              <a:defRPr sz="1725" b="0">
                <a:solidFill>
                  <a:srgbClr val="166A88"/>
                </a:solidFill>
                <a:latin typeface="Malgun Gothic"/>
                <a:ea typeface="Malgun Gothic"/>
                <a:cs typeface="Malgun Gothic"/>
              </a:defRPr>
            </a:lvl5pPr>
            <a:lvl6pPr>
              <a:defRPr sz="1725" b="0">
                <a:solidFill>
                  <a:srgbClr val="166A88"/>
                </a:solidFill>
                <a:latin typeface="Malgun Gothic"/>
                <a:ea typeface="Malgun Gothic"/>
                <a:cs typeface="Malgun Gothic"/>
              </a:defRPr>
            </a:lvl6pPr>
            <a:lvl7pPr>
              <a:defRPr sz="1725" b="0">
                <a:solidFill>
                  <a:srgbClr val="166A88"/>
                </a:solidFill>
                <a:latin typeface="Malgun Gothic"/>
                <a:ea typeface="Malgun Gothic"/>
                <a:cs typeface="Malgun Gothic"/>
              </a:defRPr>
            </a:lvl7pPr>
            <a:lvl8pPr>
              <a:defRPr sz="1725" b="0">
                <a:solidFill>
                  <a:srgbClr val="166A88"/>
                </a:solidFill>
                <a:latin typeface="Malgun Gothic"/>
                <a:ea typeface="Malgun Gothic"/>
                <a:cs typeface="Malgun Gothic"/>
              </a:defRPr>
            </a:lvl8pPr>
            <a:lvl9pPr>
              <a:defRPr sz="1725" b="0">
                <a:solidFill>
                  <a:srgbClr val="166A88"/>
                </a:solidFill>
                <a:latin typeface="Malgun Gothic"/>
                <a:ea typeface="Malgun Gothic"/>
                <a:cs typeface="Malgun Gothic"/>
              </a:defRPr>
            </a:lvl9pPr>
          </a:lstStyle>
          <a:p xmlns:a="http://schemas.openxmlformats.org/drawingml/2006/main">
            <a:pPr>
              <a:defRPr sz="1725" b="0">
                <a:solidFill>
                  <a:srgbClr val="166A88"/>
                </a:solidFill>
                <a:latin typeface="Malgun Gothic"/>
                <a:ea typeface="Malgun Gothic"/>
                <a:cs typeface="Malgun Gothic"/>
              </a:defRPr>
            </a:pPr>
            <a:r>
              <a:rPr sz="1725" b="0">
                <a:solidFill>
                  <a:srgbClr val="166A88"/>
                </a:solidFill>
                <a:latin typeface="Malgun Gothic"/>
                <a:ea typeface="Malgun Gothic"/>
                <a:cs typeface="Malgun Gothic"/>
              </a:rPr>
              <a:t>Unity 6000.4.8f1 / 실제 Editor 검증</a:t>
            </a:r>
          </a:p>
        </p:txBody>
      </p:sp>
      <p:graphicFrame>
        <p:nvGraphicFramePr>
          <p:cNvPr id="5" name="">
            <a:extLst xmlns:a="http://schemas.openxmlformats.org/drawingml/2006/main">
              <a:ext uri="{FF2B5EF4-FFF2-40B4-BE49-F238E27FC236}">
                <a16:creationId xmlns:a16="http://schemas.microsoft.com/office/drawing/2014/main" id="{DA315A25-9784-4C96-959A-CD9EABE07D6A}"/>
              </a:ext>
            </a:extLst>
          </p:cNvPr>
          <p:cNvGraphicFramePr/>
          <p:nvPr/>
        </p:nvGraphicFramePr>
        <p:xfrm>
          <a:off xmlns:a="http://schemas.openxmlformats.org/drawingml/2006/main" x="685800" y="1876425"/>
          <a:ext xmlns:a="http://schemas.openxmlformats.org/drawingml/2006/main" cx="5715000" cy="3105150"/>
        </p:xfrm>
        <a:graphic xmlns:a="http://schemas.openxmlformats.org/drawingml/2006/main">
          <a:graphicData uri="http://schemas.openxmlformats.org/drawingml/2006/table">
            <a:tbl>
              <a:tblPr/>
              <a:tblGrid>
                <a:gridCol w="3476625"/>
                <a:gridCol w="2238375"/>
              </a:tblGrid>
              <a:tr h="517525">
                <a:tc>
                  <a:txBody>
                    <a:bodyPr lIns="95250" tIns="95250" rIns="95250" bIns="95250"/>
                    <a:lstStyle/>
                    <a:p>
                      <a:r>
                        <a:rPr sz="1800" b="1">
                          <a:solidFill>
                            <a:srgbClr val="FFFFFF"/>
                          </a:solidFill>
                          <a:latin typeface="Malgun Gothic"/>
                          <a:ea typeface="Malgun Gothic"/>
                          <a:cs typeface="Malgun Gothic"/>
                        </a:rPr>
                        <a:t>검증 항목</a:t>
                      </a:r>
                    </a:p>
                  </a:txBody>
                  <a:tcPr marL="91440" marR="91440" marT="45720" marB="45720" anchor="ctr">
                    <a:lnL w="9525">
                      <a:solidFill>
                        <a:srgbClr val="B8CBD2"/>
                      </a:solidFill>
                      <a:prstDash val="solid"/>
                    </a:lnL>
                    <a:lnR w="9525">
                      <a:solidFill>
                        <a:srgbClr val="B8CBD2"/>
                      </a:solidFill>
                      <a:prstDash val="solid"/>
                    </a:lnR>
                    <a:lnT w="9525">
                      <a:solidFill>
                        <a:srgbClr val="B8CBD2"/>
                      </a:solidFill>
                      <a:prstDash val="solid"/>
                    </a:lnT>
                    <a:lnB w="9525">
                      <a:solidFill>
                        <a:srgbClr val="B8CBD2"/>
                      </a:solidFill>
                      <a:prstDash val="solid"/>
                    </a:lnB>
                    <a:solidFill>
                      <a:srgbClr val="182C38"/>
                    </a:solidFill>
                  </a:tcPr>
                </a:tc>
                <a:tc>
                  <a:txBody>
                    <a:bodyPr lIns="95250" tIns="95250" rIns="95250" bIns="95250"/>
                    <a:lstStyle/>
                    <a:p>
                      <a:r>
                        <a:rPr sz="1800" b="1">
                          <a:solidFill>
                            <a:srgbClr val="FFFFFF"/>
                          </a:solidFill>
                          <a:latin typeface="Malgun Gothic"/>
                          <a:ea typeface="Malgun Gothic"/>
                          <a:cs typeface="Malgun Gothic"/>
                        </a:rPr>
                        <a:t>결과</a:t>
                      </a:r>
                    </a:p>
                  </a:txBody>
                  <a:tcPr marL="91440" marR="91440" marT="45720" marB="45720" anchor="ctr">
                    <a:lnR w="9525">
                      <a:solidFill>
                        <a:srgbClr val="B8CBD2"/>
                      </a:solidFill>
                      <a:prstDash val="solid"/>
                    </a:lnR>
                    <a:lnT w="9525">
                      <a:solidFill>
                        <a:srgbClr val="B8CBD2"/>
                      </a:solidFill>
                      <a:prstDash val="solid"/>
                    </a:lnT>
                    <a:lnB w="9525">
                      <a:solidFill>
                        <a:srgbClr val="B8CBD2"/>
                      </a:solidFill>
                      <a:prstDash val="solid"/>
                    </a:lnB>
                    <a:solidFill>
                      <a:srgbClr val="182C38"/>
                    </a:solidFill>
                  </a:tcPr>
                </a:tc>
              </a:tr>
              <a:tr h="517525">
                <a:tc>
                  <a:txBody>
                    <a:bodyPr lIns="95250" tIns="95250" rIns="95250" bIns="95250"/>
                    <a:lstStyle/>
                    <a:p>
                      <a:r>
                        <a:rPr sz="1800" b="0">
                          <a:solidFill>
                            <a:srgbClr val="182C38"/>
                          </a:solidFill>
                          <a:latin typeface="Malgun Gothic"/>
                          <a:ea typeface="Malgun Gothic"/>
                          <a:cs typeface="Malgun Gothic"/>
                        </a:rPr>
                        <a:t>C# 컴파일 오류</a:t>
                      </a:r>
                    </a:p>
                  </a:txBody>
                  <a:tcPr marL="91440" marR="91440" marT="45720" marB="45720" anchor="ctr">
                    <a:lnL w="9525">
                      <a:solidFill>
                        <a:srgbClr val="B8CBD2"/>
                      </a:solidFill>
                      <a:prstDash val="solid"/>
                    </a:lnL>
                    <a:lnR w="9525">
                      <a:solidFill>
                        <a:srgbClr val="B8CBD2"/>
                      </a:solidFill>
                      <a:prstDash val="solid"/>
                    </a:lnR>
                    <a:lnB w="9525">
                      <a:solidFill>
                        <a:srgbClr val="B8CBD2"/>
                      </a:solidFill>
                      <a:prstDash val="solid"/>
                    </a:lnB>
                    <a:solidFill>
                      <a:srgbClr val="FAFBFA"/>
                    </a:solidFill>
                  </a:tcPr>
                </a:tc>
                <a:tc>
                  <a:txBody>
                    <a:bodyPr lIns="95250" tIns="95250" rIns="95250" bIns="95250"/>
                    <a:lstStyle/>
                    <a:p>
                      <a:r>
                        <a:rPr sz="1800" b="0">
                          <a:solidFill>
                            <a:srgbClr val="182C38"/>
                          </a:solidFill>
                          <a:latin typeface="Malgun Gothic"/>
                          <a:ea typeface="Malgun Gothic"/>
                          <a:cs typeface="Malgun Gothic"/>
                        </a:rPr>
                        <a:t>0개</a:t>
                      </a:r>
                    </a:p>
                  </a:txBody>
                  <a:tcPr marL="91440" marR="91440" marT="45720" marB="45720" anchor="ctr">
                    <a:lnR w="9525">
                      <a:solidFill>
                        <a:srgbClr val="B8CBD2"/>
                      </a:solidFill>
                      <a:prstDash val="solid"/>
                    </a:lnR>
                    <a:lnB w="9525">
                      <a:solidFill>
                        <a:srgbClr val="B8CBD2"/>
                      </a:solidFill>
                      <a:prstDash val="solid"/>
                    </a:lnB>
                    <a:solidFill>
                      <a:srgbClr val="FAFBFA"/>
                    </a:solidFill>
                  </a:tcPr>
                </a:tc>
              </a:tr>
              <a:tr h="517525">
                <a:tc>
                  <a:txBody>
                    <a:bodyPr lIns="95250" tIns="95250" rIns="95250" bIns="95250"/>
                    <a:lstStyle/>
                    <a:p>
                      <a:r>
                        <a:rPr sz="1800" b="0">
                          <a:solidFill>
                            <a:srgbClr val="182C38"/>
                          </a:solidFill>
                          <a:latin typeface="Malgun Gothic"/>
                          <a:ea typeface="Malgun Gothic"/>
                          <a:cs typeface="Malgun Gothic"/>
                        </a:rPr>
                        <a:t>신규 회귀 테스트</a:t>
                      </a:r>
                    </a:p>
                  </a:txBody>
                  <a:tcPr marL="91440" marR="91440" marT="45720" marB="45720" anchor="ctr">
                    <a:lnL w="9525">
                      <a:solidFill>
                        <a:srgbClr val="B8CBD2"/>
                      </a:solidFill>
                      <a:prstDash val="solid"/>
                    </a:lnL>
                    <a:lnR w="9525">
                      <a:solidFill>
                        <a:srgbClr val="B8CBD2"/>
                      </a:solidFill>
                      <a:prstDash val="solid"/>
                    </a:lnR>
                    <a:lnB w="9525">
                      <a:solidFill>
                        <a:srgbClr val="B8CBD2"/>
                      </a:solidFill>
                      <a:prstDash val="solid"/>
                    </a:lnB>
                    <a:solidFill>
                      <a:srgbClr val="F0F5F6"/>
                    </a:solidFill>
                  </a:tcPr>
                </a:tc>
                <a:tc>
                  <a:txBody>
                    <a:bodyPr lIns="95250" tIns="95250" rIns="95250" bIns="95250"/>
                    <a:lstStyle/>
                    <a:p>
                      <a:r>
                        <a:rPr sz="1800" b="0">
                          <a:solidFill>
                            <a:srgbClr val="182C38"/>
                          </a:solidFill>
                          <a:latin typeface="Malgun Gothic"/>
                          <a:ea typeface="Malgun Gothic"/>
                          <a:cs typeface="Malgun Gothic"/>
                        </a:rPr>
                        <a:t>50/50 PASS</a:t>
                      </a:r>
                    </a:p>
                  </a:txBody>
                  <a:tcPr marL="91440" marR="91440" marT="45720" marB="45720" anchor="ctr">
                    <a:lnR w="9525">
                      <a:solidFill>
                        <a:srgbClr val="B8CBD2"/>
                      </a:solidFill>
                      <a:prstDash val="solid"/>
                    </a:lnR>
                    <a:lnB w="9525">
                      <a:solidFill>
                        <a:srgbClr val="B8CBD2"/>
                      </a:solidFill>
                      <a:prstDash val="solid"/>
                    </a:lnB>
                    <a:solidFill>
                      <a:srgbClr val="F0F5F6"/>
                    </a:solidFill>
                  </a:tcPr>
                </a:tc>
              </a:tr>
              <a:tr h="517525">
                <a:tc>
                  <a:txBody>
                    <a:bodyPr lIns="95250" tIns="95250" rIns="95250" bIns="95250"/>
                    <a:lstStyle/>
                    <a:p>
                      <a:r>
                        <a:rPr sz="1800" b="0">
                          <a:solidFill>
                            <a:srgbClr val="182C38"/>
                          </a:solidFill>
                          <a:latin typeface="Malgun Gothic"/>
                          <a:ea typeface="Malgun Gothic"/>
                          <a:cs typeface="Malgun Gothic"/>
                        </a:rPr>
                        <a:t>전체 회귀 테스트</a:t>
                      </a:r>
                    </a:p>
                  </a:txBody>
                  <a:tcPr marL="91440" marR="91440" marT="45720" marB="45720" anchor="ctr">
                    <a:lnL w="9525">
                      <a:solidFill>
                        <a:srgbClr val="B8CBD2"/>
                      </a:solidFill>
                      <a:prstDash val="solid"/>
                    </a:lnL>
                    <a:lnR w="9525">
                      <a:solidFill>
                        <a:srgbClr val="B8CBD2"/>
                      </a:solidFill>
                      <a:prstDash val="solid"/>
                    </a:lnR>
                    <a:lnB w="9525">
                      <a:solidFill>
                        <a:srgbClr val="B8CBD2"/>
                      </a:solidFill>
                      <a:prstDash val="solid"/>
                    </a:lnB>
                    <a:solidFill>
                      <a:srgbClr val="FAFBFA"/>
                    </a:solidFill>
                  </a:tcPr>
                </a:tc>
                <a:tc>
                  <a:txBody>
                    <a:bodyPr lIns="95250" tIns="95250" rIns="95250" bIns="95250"/>
                    <a:lstStyle/>
                    <a:p>
                      <a:r>
                        <a:rPr sz="1800" b="0">
                          <a:solidFill>
                            <a:srgbClr val="182C38"/>
                          </a:solidFill>
                          <a:latin typeface="Malgun Gothic"/>
                          <a:ea typeface="Malgun Gothic"/>
                          <a:cs typeface="Malgun Gothic"/>
                        </a:rPr>
                        <a:t>217/218 PASS</a:t>
                      </a:r>
                    </a:p>
                  </a:txBody>
                  <a:tcPr marL="91440" marR="91440" marT="45720" marB="45720" anchor="ctr">
                    <a:lnR w="9525">
                      <a:solidFill>
                        <a:srgbClr val="B8CBD2"/>
                      </a:solidFill>
                      <a:prstDash val="solid"/>
                    </a:lnR>
                    <a:lnB w="9525">
                      <a:solidFill>
                        <a:srgbClr val="B8CBD2"/>
                      </a:solidFill>
                      <a:prstDash val="solid"/>
                    </a:lnB>
                    <a:solidFill>
                      <a:srgbClr val="FAFBFA"/>
                    </a:solidFill>
                  </a:tcPr>
                </a:tc>
              </a:tr>
              <a:tr h="517525">
                <a:tc>
                  <a:txBody>
                    <a:bodyPr lIns="95250" tIns="95250" rIns="95250" bIns="95250"/>
                    <a:lstStyle/>
                    <a:p>
                      <a:r>
                        <a:rPr sz="1800" b="0">
                          <a:solidFill>
                            <a:srgbClr val="182C38"/>
                          </a:solidFill>
                          <a:latin typeface="Malgun Gothic"/>
                          <a:ea typeface="Malgun Gothic"/>
                          <a:cs typeface="Malgun Gothic"/>
                        </a:rPr>
                        <a:t>PPE Missing Script</a:t>
                      </a:r>
                    </a:p>
                  </a:txBody>
                  <a:tcPr marL="91440" marR="91440" marT="45720" marB="45720" anchor="ctr">
                    <a:lnL w="9525">
                      <a:solidFill>
                        <a:srgbClr val="B8CBD2"/>
                      </a:solidFill>
                      <a:prstDash val="solid"/>
                    </a:lnL>
                    <a:lnR w="9525">
                      <a:solidFill>
                        <a:srgbClr val="B8CBD2"/>
                      </a:solidFill>
                      <a:prstDash val="solid"/>
                    </a:lnR>
                    <a:lnB w="9525">
                      <a:solidFill>
                        <a:srgbClr val="B8CBD2"/>
                      </a:solidFill>
                      <a:prstDash val="solid"/>
                    </a:lnB>
                    <a:solidFill>
                      <a:srgbClr val="F0F5F6"/>
                    </a:solidFill>
                  </a:tcPr>
                </a:tc>
                <a:tc>
                  <a:txBody>
                    <a:bodyPr lIns="95250" tIns="95250" rIns="95250" bIns="95250"/>
                    <a:lstStyle/>
                    <a:p>
                      <a:r>
                        <a:rPr sz="1800" b="0">
                          <a:solidFill>
                            <a:srgbClr val="182C38"/>
                          </a:solidFill>
                          <a:latin typeface="Malgun Gothic"/>
                          <a:ea typeface="Malgun Gothic"/>
                          <a:cs typeface="Malgun Gothic"/>
                        </a:rPr>
                        <a:t>0개</a:t>
                      </a:r>
                    </a:p>
                  </a:txBody>
                  <a:tcPr marL="91440" marR="91440" marT="45720" marB="45720" anchor="ctr">
                    <a:lnR w="9525">
                      <a:solidFill>
                        <a:srgbClr val="B8CBD2"/>
                      </a:solidFill>
                      <a:prstDash val="solid"/>
                    </a:lnR>
                    <a:lnB w="9525">
                      <a:solidFill>
                        <a:srgbClr val="B8CBD2"/>
                      </a:solidFill>
                      <a:prstDash val="solid"/>
                    </a:lnB>
                    <a:solidFill>
                      <a:srgbClr val="F0F5F6"/>
                    </a:solidFill>
                  </a:tcPr>
                </a:tc>
              </a:tr>
              <a:tr h="517525">
                <a:tc>
                  <a:txBody>
                    <a:bodyPr lIns="95250" tIns="95250" rIns="95250" bIns="95250"/>
                    <a:lstStyle/>
                    <a:p>
                      <a:r>
                        <a:rPr sz="1800" b="0">
                          <a:solidFill>
                            <a:srgbClr val="182C38"/>
                          </a:solidFill>
                          <a:latin typeface="Malgun Gothic"/>
                          <a:ea typeface="Malgun Gothic"/>
                          <a:cs typeface="Malgun Gothic"/>
                        </a:rPr>
                        <a:t>끊어진 직렬화 참조</a:t>
                      </a:r>
                    </a:p>
                  </a:txBody>
                  <a:tcPr marL="91440" marR="91440" marT="45720" marB="45720" anchor="ctr">
                    <a:lnL w="9525">
                      <a:solidFill>
                        <a:srgbClr val="B8CBD2"/>
                      </a:solidFill>
                      <a:prstDash val="solid"/>
                    </a:lnL>
                    <a:lnR w="9525">
                      <a:solidFill>
                        <a:srgbClr val="B8CBD2"/>
                      </a:solidFill>
                      <a:prstDash val="solid"/>
                    </a:lnR>
                    <a:lnB w="9525">
                      <a:solidFill>
                        <a:srgbClr val="B8CBD2"/>
                      </a:solidFill>
                      <a:prstDash val="solid"/>
                    </a:lnB>
                    <a:solidFill>
                      <a:srgbClr val="FAFBFA"/>
                    </a:solidFill>
                  </a:tcPr>
                </a:tc>
                <a:tc>
                  <a:txBody>
                    <a:bodyPr lIns="95250" tIns="95250" rIns="95250" bIns="95250"/>
                    <a:lstStyle/>
                    <a:p>
                      <a:r>
                        <a:rPr sz="1800" b="0">
                          <a:solidFill>
                            <a:srgbClr val="182C38"/>
                          </a:solidFill>
                          <a:latin typeface="Malgun Gothic"/>
                          <a:ea typeface="Malgun Gothic"/>
                          <a:cs typeface="Malgun Gothic"/>
                        </a:rPr>
                        <a:t>0개</a:t>
                      </a:r>
                    </a:p>
                  </a:txBody>
                  <a:tcPr marL="91440" marR="91440" marT="45720" marB="45720" anchor="ctr">
                    <a:lnR w="9525">
                      <a:solidFill>
                        <a:srgbClr val="B8CBD2"/>
                      </a:solidFill>
                      <a:prstDash val="solid"/>
                    </a:lnR>
                    <a:lnB w="9525">
                      <a:solidFill>
                        <a:srgbClr val="B8CBD2"/>
                      </a:solidFill>
                      <a:prstDash val="solid"/>
                    </a:lnB>
                    <a:solidFill>
                      <a:srgbClr val="FAFBFA"/>
                    </a:solidFill>
                  </a:tcPr>
                </a:tc>
              </a:tr>
            </a:tbl>
          </a:graphicData>
        </a:graphic>
      </p:graphicFrame>
      <p:pic>
        <p:nvPicPr>
          <p:cNvPr id="6" name="">
            <a:extLst xmlns:a="http://schemas.openxmlformats.org/drawingml/2006/main">
              <a:ext uri="{FF2B5EF4-FFF2-40B4-BE49-F238E27FC236}">
                <a16:creationId xmlns:a16="http://schemas.microsoft.com/office/drawing/2014/main" id="{07D7932B-278F-4201-BB72-66B0EDA7EB65}"/>
              </a:ext>
            </a:extLst>
          </p:cNvPr>
          <p:cNvPicPr>
            <a:picLocks xmlns:a="http://schemas.openxmlformats.org/drawingml/2006/main" noChangeAspect="1"/>
          </p:cNvPicPr>
          <p:nvPr/>
        </p:nvPicPr>
        <p:blipFill>
          <a:blip xmlns:r="http://schemas.openxmlformats.org/officeDocument/2006/relationships" xmlns:a="http://schemas.openxmlformats.org/drawingml/2006/main" r:embed="R4ffd398f471340ec"/>
          <a:srcRect xmlns:a="http://schemas.openxmlformats.org/drawingml/2006/main" l="0" t="0" r="0" b="55000"/>
          <a:stretch xmlns:a="http://schemas.openxmlformats.org/drawingml/2006/main"/>
        </p:blipFill>
        <p:spPr>
          <a:xfrm xmlns:a="http://schemas.openxmlformats.org/drawingml/2006/main">
            <a:off x="7324725" y="1876425"/>
            <a:ext cx="3657600" cy="3105150"/>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47084B4C-0E69-4C5B-A56F-9DB941323E47}"/>
              </a:ext>
            </a:extLst>
          </p:cNvPr>
          <p:cNvSpPr>
            <a:spLocks xmlns:a="http://schemas.openxmlformats.org/drawingml/2006/main" noGrp="1"/>
          </p:cNvSpPr>
          <p:nvPr/>
        </p:nvSpPr>
        <p:spPr>
          <a:xfrm xmlns:a="http://schemas.openxmlformats.org/drawingml/2006/main">
            <a:off x="6800850" y="5067300"/>
            <a:ext cx="4705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36E"/>
                </a:solidFill>
                <a:latin typeface="Malgun Gothic"/>
                <a:ea typeface="Malgun Gothic"/>
                <a:cs typeface="Malgun Gothic"/>
              </a:defRPr>
            </a:defPPr>
            <a:lvl1pPr>
              <a:defRPr sz="1275" b="0">
                <a:solidFill>
                  <a:srgbClr val="52636E"/>
                </a:solidFill>
                <a:latin typeface="Malgun Gothic"/>
                <a:ea typeface="Malgun Gothic"/>
                <a:cs typeface="Malgun Gothic"/>
              </a:defRPr>
            </a:lvl1pPr>
            <a:lvl2pPr>
              <a:defRPr sz="1275" b="0">
                <a:solidFill>
                  <a:srgbClr val="52636E"/>
                </a:solidFill>
                <a:latin typeface="Malgun Gothic"/>
                <a:ea typeface="Malgun Gothic"/>
                <a:cs typeface="Malgun Gothic"/>
              </a:defRPr>
            </a:lvl2pPr>
            <a:lvl3pPr>
              <a:defRPr sz="1275" b="0">
                <a:solidFill>
                  <a:srgbClr val="52636E"/>
                </a:solidFill>
                <a:latin typeface="Malgun Gothic"/>
                <a:ea typeface="Malgun Gothic"/>
                <a:cs typeface="Malgun Gothic"/>
              </a:defRPr>
            </a:lvl3pPr>
            <a:lvl4pPr>
              <a:defRPr sz="1275" b="0">
                <a:solidFill>
                  <a:srgbClr val="52636E"/>
                </a:solidFill>
                <a:latin typeface="Malgun Gothic"/>
                <a:ea typeface="Malgun Gothic"/>
                <a:cs typeface="Malgun Gothic"/>
              </a:defRPr>
            </a:lvl4pPr>
            <a:lvl5pPr>
              <a:defRPr sz="1275" b="0">
                <a:solidFill>
                  <a:srgbClr val="52636E"/>
                </a:solidFill>
                <a:latin typeface="Malgun Gothic"/>
                <a:ea typeface="Malgun Gothic"/>
                <a:cs typeface="Malgun Gothic"/>
              </a:defRPr>
            </a:lvl5pPr>
            <a:lvl6pPr>
              <a:defRPr sz="1275" b="0">
                <a:solidFill>
                  <a:srgbClr val="52636E"/>
                </a:solidFill>
                <a:latin typeface="Malgun Gothic"/>
                <a:ea typeface="Malgun Gothic"/>
                <a:cs typeface="Malgun Gothic"/>
              </a:defRPr>
            </a:lvl6pPr>
            <a:lvl7pPr>
              <a:defRPr sz="1275" b="0">
                <a:solidFill>
                  <a:srgbClr val="52636E"/>
                </a:solidFill>
                <a:latin typeface="Malgun Gothic"/>
                <a:ea typeface="Malgun Gothic"/>
                <a:cs typeface="Malgun Gothic"/>
              </a:defRPr>
            </a:lvl7pPr>
            <a:lvl8pPr>
              <a:defRPr sz="1275" b="0">
                <a:solidFill>
                  <a:srgbClr val="52636E"/>
                </a:solidFill>
                <a:latin typeface="Malgun Gothic"/>
                <a:ea typeface="Malgun Gothic"/>
                <a:cs typeface="Malgun Gothic"/>
              </a:defRPr>
            </a:lvl8pPr>
            <a:lvl9pPr>
              <a:defRPr sz="1275" b="0">
                <a:solidFill>
                  <a:srgbClr val="52636E"/>
                </a:solidFill>
                <a:latin typeface="Malgun Gothic"/>
                <a:ea typeface="Malgun Gothic"/>
                <a:cs typeface="Malgun Gothic"/>
              </a:defRPr>
            </a:lvl9pPr>
          </a:lstStyle>
          <a:p xmlns:a="http://schemas.openxmlformats.org/drawingml/2006/main">
            <a:pPr>
              <a:defRPr sz="1275" b="0">
                <a:solidFill>
                  <a:srgbClr val="52636E"/>
                </a:solidFill>
                <a:latin typeface="Malgun Gothic"/>
                <a:ea typeface="Malgun Gothic"/>
                <a:cs typeface="Malgun Gothic"/>
              </a:defRPr>
            </a:pPr>
            <a:r>
              <a:rPr sz="1275" b="0">
                <a:solidFill>
                  <a:srgbClr val="52636E"/>
                </a:solidFill>
                <a:latin typeface="Malgun Gothic"/>
                <a:ea typeface="Malgun Gothic"/>
                <a:cs typeface="Malgun Gothic"/>
              </a:rPr>
              <a:t>실제 Test Runner · 신규 50개 GUI 재실행 통과</a:t>
            </a:r>
          </a:p>
          <a:p xmlns:a="http://schemas.openxmlformats.org/drawingml/2006/main">
            <a:pPr>
              <a:defRPr sz="1275" b="0">
                <a:solidFill>
                  <a:srgbClr val="52636E"/>
                </a:solidFill>
                <a:latin typeface="Malgun Gothic"/>
                <a:ea typeface="Malgun Gothic"/>
                <a:cs typeface="Malgun Gothic"/>
              </a:defRPr>
            </a:pPr>
            <a:r>
              <a:rPr sz="1275" b="0">
                <a:solidFill>
                  <a:srgbClr val="52636E"/>
                </a:solidFill>
                <a:latin typeface="Malgun Gothic"/>
                <a:ea typeface="Malgun Gothic"/>
                <a:cs typeface="Malgun Gothic"/>
              </a:rPr>
              <a:t>회색 168개는 해당 선택 실행에서 미실행</a:t>
            </a:r>
          </a:p>
        </p:txBody>
      </p:sp>
      <p:sp>
        <p:nvSpPr>
          <p:cNvPr id="8" name="text">
            <a:extLst xmlns:a="http://schemas.openxmlformats.org/drawingml/2006/main">
              <a:ext uri="{FF2B5EF4-FFF2-40B4-BE49-F238E27FC236}">
                <a16:creationId xmlns:a16="http://schemas.microsoft.com/office/drawing/2014/main" id="{44F3AE8A-717A-40C2-B612-3EAC5B5F8C88}"/>
              </a:ext>
            </a:extLst>
          </p:cNvPr>
          <p:cNvSpPr>
            <a:spLocks xmlns:a="http://schemas.openxmlformats.org/drawingml/2006/main" noGrp="1"/>
          </p:cNvSpPr>
          <p:nvPr/>
        </p:nvSpPr>
        <p:spPr>
          <a:xfrm xmlns:a="http://schemas.openxmlformats.org/drawingml/2006/main">
            <a:off x="685800" y="548640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AA4C21"/>
                </a:solidFill>
                <a:latin typeface="Malgun Gothic"/>
                <a:ea typeface="Malgun Gothic"/>
                <a:cs typeface="Malgun Gothic"/>
              </a:defRPr>
            </a:defPPr>
            <a:lvl1pPr>
              <a:defRPr sz="1800" b="0">
                <a:solidFill>
                  <a:srgbClr val="AA4C21"/>
                </a:solidFill>
                <a:latin typeface="Malgun Gothic"/>
                <a:ea typeface="Malgun Gothic"/>
                <a:cs typeface="Malgun Gothic"/>
              </a:defRPr>
            </a:lvl1pPr>
            <a:lvl2pPr>
              <a:defRPr sz="1800" b="0">
                <a:solidFill>
                  <a:srgbClr val="AA4C21"/>
                </a:solidFill>
                <a:latin typeface="Malgun Gothic"/>
                <a:ea typeface="Malgun Gothic"/>
                <a:cs typeface="Malgun Gothic"/>
              </a:defRPr>
            </a:lvl2pPr>
            <a:lvl3pPr>
              <a:defRPr sz="1800" b="0">
                <a:solidFill>
                  <a:srgbClr val="AA4C21"/>
                </a:solidFill>
                <a:latin typeface="Malgun Gothic"/>
                <a:ea typeface="Malgun Gothic"/>
                <a:cs typeface="Malgun Gothic"/>
              </a:defRPr>
            </a:lvl3pPr>
            <a:lvl4pPr>
              <a:defRPr sz="1800" b="0">
                <a:solidFill>
                  <a:srgbClr val="AA4C21"/>
                </a:solidFill>
                <a:latin typeface="Malgun Gothic"/>
                <a:ea typeface="Malgun Gothic"/>
                <a:cs typeface="Malgun Gothic"/>
              </a:defRPr>
            </a:lvl4pPr>
            <a:lvl5pPr>
              <a:defRPr sz="1800" b="0">
                <a:solidFill>
                  <a:srgbClr val="AA4C21"/>
                </a:solidFill>
                <a:latin typeface="Malgun Gothic"/>
                <a:ea typeface="Malgun Gothic"/>
                <a:cs typeface="Malgun Gothic"/>
              </a:defRPr>
            </a:lvl5pPr>
            <a:lvl6pPr>
              <a:defRPr sz="1800" b="0">
                <a:solidFill>
                  <a:srgbClr val="AA4C21"/>
                </a:solidFill>
                <a:latin typeface="Malgun Gothic"/>
                <a:ea typeface="Malgun Gothic"/>
                <a:cs typeface="Malgun Gothic"/>
              </a:defRPr>
            </a:lvl6pPr>
            <a:lvl7pPr>
              <a:defRPr sz="1800" b="0">
                <a:solidFill>
                  <a:srgbClr val="AA4C21"/>
                </a:solidFill>
                <a:latin typeface="Malgun Gothic"/>
                <a:ea typeface="Malgun Gothic"/>
                <a:cs typeface="Malgun Gothic"/>
              </a:defRPr>
            </a:lvl7pPr>
            <a:lvl8pPr>
              <a:defRPr sz="1800" b="0">
                <a:solidFill>
                  <a:srgbClr val="AA4C21"/>
                </a:solidFill>
                <a:latin typeface="Malgun Gothic"/>
                <a:ea typeface="Malgun Gothic"/>
                <a:cs typeface="Malgun Gothic"/>
              </a:defRPr>
            </a:lvl8pPr>
            <a:lvl9pPr>
              <a:defRPr sz="1800" b="0">
                <a:solidFill>
                  <a:srgbClr val="AA4C21"/>
                </a:solidFill>
                <a:latin typeface="Malgun Gothic"/>
                <a:ea typeface="Malgun Gothic"/>
                <a:cs typeface="Malgun Gothic"/>
              </a:defRPr>
            </a:lvl9pPr>
          </a:lstStyle>
          <a:p xmlns:a="http://schemas.openxmlformats.org/drawingml/2006/main">
            <a:pPr>
              <a:defRPr sz="1800" b="0">
                <a:solidFill>
                  <a:srgbClr val="AA4C21"/>
                </a:solidFill>
                <a:latin typeface="Malgun Gothic"/>
                <a:ea typeface="Malgun Gothic"/>
                <a:cs typeface="Malgun Gothic"/>
              </a:defRPr>
            </a:pPr>
            <a:r>
              <a:rPr sz="1800" b="0">
                <a:solidFill>
                  <a:srgbClr val="AA4C21"/>
                </a:solidFill>
                <a:latin typeface="Malgun Gothic"/>
                <a:ea typeface="Malgun Gothic"/>
                <a:cs typeface="Malgun Gothic"/>
              </a:rPr>
              <a:t>남은 이슈: 기존 손 색상 테스트의 부동소수점 정밀도 차이 1개</a:t>
            </a:r>
          </a:p>
        </p:txBody>
      </p:sp>
      <p:sp>
        <p:nvSpPr>
          <p:cNvPr id="9" name="text">
            <a:extLst xmlns:a="http://schemas.openxmlformats.org/drawingml/2006/main">
              <a:ext uri="{FF2B5EF4-FFF2-40B4-BE49-F238E27FC236}">
                <a16:creationId xmlns:a16="http://schemas.microsoft.com/office/drawing/2014/main" id="{FCE1CE06-A108-408F-BD9C-263AEC23A9C9}"/>
              </a:ext>
            </a:extLst>
          </p:cNvPr>
          <p:cNvSpPr>
            <a:spLocks xmlns:a="http://schemas.openxmlformats.org/drawingml/2006/main" noGrp="1"/>
          </p:cNvSpPr>
          <p:nvPr/>
        </p:nvSpPr>
        <p:spPr>
          <a:xfrm xmlns:a="http://schemas.openxmlformats.org/drawingml/2006/main">
            <a:off x="685800" y="59055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C38"/>
                </a:solidFill>
                <a:latin typeface="Malgun Gothic"/>
                <a:ea typeface="Malgun Gothic"/>
                <a:cs typeface="Malgun Gothic"/>
              </a:defRPr>
            </a:defPPr>
            <a:lvl1pPr>
              <a:defRPr sz="1800" b="0">
                <a:solidFill>
                  <a:srgbClr val="182C38"/>
                </a:solidFill>
                <a:latin typeface="Malgun Gothic"/>
                <a:ea typeface="Malgun Gothic"/>
                <a:cs typeface="Malgun Gothic"/>
              </a:defRPr>
            </a:lvl1pPr>
            <a:lvl2pPr>
              <a:defRPr sz="1800" b="0">
                <a:solidFill>
                  <a:srgbClr val="182C38"/>
                </a:solidFill>
                <a:latin typeface="Malgun Gothic"/>
                <a:ea typeface="Malgun Gothic"/>
                <a:cs typeface="Malgun Gothic"/>
              </a:defRPr>
            </a:lvl2pPr>
            <a:lvl3pPr>
              <a:defRPr sz="1800" b="0">
                <a:solidFill>
                  <a:srgbClr val="182C38"/>
                </a:solidFill>
                <a:latin typeface="Malgun Gothic"/>
                <a:ea typeface="Malgun Gothic"/>
                <a:cs typeface="Malgun Gothic"/>
              </a:defRPr>
            </a:lvl3pPr>
            <a:lvl4pPr>
              <a:defRPr sz="1800" b="0">
                <a:solidFill>
                  <a:srgbClr val="182C38"/>
                </a:solidFill>
                <a:latin typeface="Malgun Gothic"/>
                <a:ea typeface="Malgun Gothic"/>
                <a:cs typeface="Malgun Gothic"/>
              </a:defRPr>
            </a:lvl4pPr>
            <a:lvl5pPr>
              <a:defRPr sz="1800" b="0">
                <a:solidFill>
                  <a:srgbClr val="182C38"/>
                </a:solidFill>
                <a:latin typeface="Malgun Gothic"/>
                <a:ea typeface="Malgun Gothic"/>
                <a:cs typeface="Malgun Gothic"/>
              </a:defRPr>
            </a:lvl5pPr>
            <a:lvl6pPr>
              <a:defRPr sz="1800" b="0">
                <a:solidFill>
                  <a:srgbClr val="182C38"/>
                </a:solidFill>
                <a:latin typeface="Malgun Gothic"/>
                <a:ea typeface="Malgun Gothic"/>
                <a:cs typeface="Malgun Gothic"/>
              </a:defRPr>
            </a:lvl6pPr>
            <a:lvl7pPr>
              <a:defRPr sz="1800" b="0">
                <a:solidFill>
                  <a:srgbClr val="182C38"/>
                </a:solidFill>
                <a:latin typeface="Malgun Gothic"/>
                <a:ea typeface="Malgun Gothic"/>
                <a:cs typeface="Malgun Gothic"/>
              </a:defRPr>
            </a:lvl7pPr>
            <a:lvl8pPr>
              <a:defRPr sz="1800" b="0">
                <a:solidFill>
                  <a:srgbClr val="182C38"/>
                </a:solidFill>
                <a:latin typeface="Malgun Gothic"/>
                <a:ea typeface="Malgun Gothic"/>
                <a:cs typeface="Malgun Gothic"/>
              </a:defRPr>
            </a:lvl8pPr>
            <a:lvl9pPr>
              <a:defRPr sz="1800" b="0">
                <a:solidFill>
                  <a:srgbClr val="182C38"/>
                </a:solidFill>
                <a:latin typeface="Malgun Gothic"/>
                <a:ea typeface="Malgun Gothic"/>
                <a:cs typeface="Malgun Gothic"/>
              </a:defRPr>
            </a:lvl9pPr>
          </a:lstStyle>
          <a:p xmlns:a="http://schemas.openxmlformats.org/drawingml/2006/main">
            <a:pPr>
              <a:defRPr sz="1800" b="0">
                <a:solidFill>
                  <a:srgbClr val="182C38"/>
                </a:solidFill>
                <a:latin typeface="Malgun Gothic"/>
                <a:ea typeface="Malgun Gothic"/>
                <a:cs typeface="Malgun Gothic"/>
              </a:defRPr>
            </a:pPr>
            <a:r>
              <a:rPr sz="1800" b="0">
                <a:solidFill>
                  <a:srgbClr val="182C38"/>
                </a:solidFill>
                <a:latin typeface="Malgun Gothic"/>
                <a:ea typeface="Malgun Gothic"/>
                <a:cs typeface="Malgun Gothic"/>
              </a:rPr>
              <a:t>PCVR·Quest 실기기 사용성과 최신 player 빌드 실행은 별도 검증 필요</a:t>
            </a:r>
          </a:p>
        </p:txBody>
      </p:sp>
    </p:spTree>
    <p:extLst>
      <p:ext uri="{BB962C8B-B14F-4D97-AF65-F5344CB8AC3E}">
        <p14:creationId xmlns:p14="http://schemas.microsoft.com/office/powerpoint/2010/main" val="1412907787"/>
      </p:ext>
    </p:extLst>
  </p:cSld>
</p:sld>
</file>

<file path=ppt/slides/slide8.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700D6939-EC21-4FAA-9C5F-1F8E2CF2B213}"/>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C38"/>
                </a:solidFill>
                <a:latin typeface="Malgun Gothic"/>
                <a:ea typeface="Malgun Gothic"/>
                <a:cs typeface="Malgun Gothic"/>
              </a:defRPr>
            </a:defPPr>
            <a:lvl1pPr>
              <a:defRPr sz="3300" b="1">
                <a:solidFill>
                  <a:srgbClr val="182C38"/>
                </a:solidFill>
                <a:latin typeface="Malgun Gothic"/>
                <a:ea typeface="Malgun Gothic"/>
                <a:cs typeface="Malgun Gothic"/>
              </a:defRPr>
            </a:lvl1pPr>
            <a:lvl2pPr>
              <a:defRPr sz="3300" b="1">
                <a:solidFill>
                  <a:srgbClr val="182C38"/>
                </a:solidFill>
                <a:latin typeface="Malgun Gothic"/>
                <a:ea typeface="Malgun Gothic"/>
                <a:cs typeface="Malgun Gothic"/>
              </a:defRPr>
            </a:lvl2pPr>
            <a:lvl3pPr>
              <a:defRPr sz="3300" b="1">
                <a:solidFill>
                  <a:srgbClr val="182C38"/>
                </a:solidFill>
                <a:latin typeface="Malgun Gothic"/>
                <a:ea typeface="Malgun Gothic"/>
                <a:cs typeface="Malgun Gothic"/>
              </a:defRPr>
            </a:lvl3pPr>
            <a:lvl4pPr>
              <a:defRPr sz="3300" b="1">
                <a:solidFill>
                  <a:srgbClr val="182C38"/>
                </a:solidFill>
                <a:latin typeface="Malgun Gothic"/>
                <a:ea typeface="Malgun Gothic"/>
                <a:cs typeface="Malgun Gothic"/>
              </a:defRPr>
            </a:lvl4pPr>
            <a:lvl5pPr>
              <a:defRPr sz="3300" b="1">
                <a:solidFill>
                  <a:srgbClr val="182C38"/>
                </a:solidFill>
                <a:latin typeface="Malgun Gothic"/>
                <a:ea typeface="Malgun Gothic"/>
                <a:cs typeface="Malgun Gothic"/>
              </a:defRPr>
            </a:lvl5pPr>
            <a:lvl6pPr>
              <a:defRPr sz="3300" b="1">
                <a:solidFill>
                  <a:srgbClr val="182C38"/>
                </a:solidFill>
                <a:latin typeface="Malgun Gothic"/>
                <a:ea typeface="Malgun Gothic"/>
                <a:cs typeface="Malgun Gothic"/>
              </a:defRPr>
            </a:lvl6pPr>
            <a:lvl7pPr>
              <a:defRPr sz="3300" b="1">
                <a:solidFill>
                  <a:srgbClr val="182C38"/>
                </a:solidFill>
                <a:latin typeface="Malgun Gothic"/>
                <a:ea typeface="Malgun Gothic"/>
                <a:cs typeface="Malgun Gothic"/>
              </a:defRPr>
            </a:lvl7pPr>
            <a:lvl8pPr>
              <a:defRPr sz="3300" b="1">
                <a:solidFill>
                  <a:srgbClr val="182C38"/>
                </a:solidFill>
                <a:latin typeface="Malgun Gothic"/>
                <a:ea typeface="Malgun Gothic"/>
                <a:cs typeface="Malgun Gothic"/>
              </a:defRPr>
            </a:lvl8pPr>
            <a:lvl9pPr>
              <a:defRPr sz="3300" b="1">
                <a:solidFill>
                  <a:srgbClr val="182C38"/>
                </a:solidFill>
                <a:latin typeface="Malgun Gothic"/>
                <a:ea typeface="Malgun Gothic"/>
                <a:cs typeface="Malgun Gothic"/>
              </a:defRPr>
            </a:lvl9pPr>
          </a:lstStyle>
          <a:p xmlns:a="http://schemas.openxmlformats.org/drawingml/2006/main">
            <a:pPr>
              <a:defRPr sz="3300" b="1">
                <a:solidFill>
                  <a:srgbClr val="182C38"/>
                </a:solidFill>
                <a:latin typeface="Malgun Gothic"/>
                <a:ea typeface="Malgun Gothic"/>
                <a:cs typeface="Malgun Gothic"/>
              </a:defRPr>
            </a:pPr>
            <a:r>
              <a:rPr sz="3300" b="1">
                <a:solidFill>
                  <a:srgbClr val="182C38"/>
                </a:solidFill>
                <a:latin typeface="Malgun Gothic"/>
                <a:ea typeface="Malgun Gothic"/>
                <a:cs typeface="Malgun Gothic"/>
              </a:rPr>
              <a:t>Unity XR 콘텐츠 개발 직무와의 연관성</a:t>
            </a:r>
          </a:p>
        </p:txBody>
      </p:sp>
      <p:sp>
        <p:nvSpPr>
          <p:cNvPr id="2" name="source">
            <a:extLst xmlns:a="http://schemas.openxmlformats.org/drawingml/2006/main">
              <a:ext uri="{FF2B5EF4-FFF2-40B4-BE49-F238E27FC236}">
                <a16:creationId xmlns:a16="http://schemas.microsoft.com/office/drawing/2014/main" id="{3E2A1D14-4E7D-4F61-869E-A8050BACFAD6}"/>
              </a:ext>
            </a:extLst>
          </p:cNvPr>
          <p:cNvSpPr>
            <a:spLocks xmlns:a="http://schemas.openxmlformats.org/drawingml/2006/main" noGrp="1"/>
          </p:cNvSpPr>
          <p:nvPr/>
        </p:nvSpPr>
        <p:spPr>
          <a:xfrm xmlns:a="http://schemas.openxmlformats.org/drawingml/2006/main">
            <a:off x="685800" y="638175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36E"/>
                </a:solidFill>
                <a:latin typeface="Malgun Gothic"/>
                <a:ea typeface="Malgun Gothic"/>
                <a:cs typeface="Malgun Gothic"/>
              </a:defRPr>
            </a:defPPr>
            <a:lvl1pPr>
              <a:defRPr sz="1200" b="0">
                <a:solidFill>
                  <a:srgbClr val="52636E"/>
                </a:solidFill>
                <a:latin typeface="Malgun Gothic"/>
                <a:ea typeface="Malgun Gothic"/>
                <a:cs typeface="Malgun Gothic"/>
              </a:defRPr>
            </a:lvl1pPr>
            <a:lvl2pPr>
              <a:defRPr sz="1200" b="0">
                <a:solidFill>
                  <a:srgbClr val="52636E"/>
                </a:solidFill>
                <a:latin typeface="Malgun Gothic"/>
                <a:ea typeface="Malgun Gothic"/>
                <a:cs typeface="Malgun Gothic"/>
              </a:defRPr>
            </a:lvl2pPr>
            <a:lvl3pPr>
              <a:defRPr sz="1200" b="0">
                <a:solidFill>
                  <a:srgbClr val="52636E"/>
                </a:solidFill>
                <a:latin typeface="Malgun Gothic"/>
                <a:ea typeface="Malgun Gothic"/>
                <a:cs typeface="Malgun Gothic"/>
              </a:defRPr>
            </a:lvl3pPr>
            <a:lvl4pPr>
              <a:defRPr sz="1200" b="0">
                <a:solidFill>
                  <a:srgbClr val="52636E"/>
                </a:solidFill>
                <a:latin typeface="Malgun Gothic"/>
                <a:ea typeface="Malgun Gothic"/>
                <a:cs typeface="Malgun Gothic"/>
              </a:defRPr>
            </a:lvl4pPr>
            <a:lvl5pPr>
              <a:defRPr sz="1200" b="0">
                <a:solidFill>
                  <a:srgbClr val="52636E"/>
                </a:solidFill>
                <a:latin typeface="Malgun Gothic"/>
                <a:ea typeface="Malgun Gothic"/>
                <a:cs typeface="Malgun Gothic"/>
              </a:defRPr>
            </a:lvl5pPr>
            <a:lvl6pPr>
              <a:defRPr sz="1200" b="0">
                <a:solidFill>
                  <a:srgbClr val="52636E"/>
                </a:solidFill>
                <a:latin typeface="Malgun Gothic"/>
                <a:ea typeface="Malgun Gothic"/>
                <a:cs typeface="Malgun Gothic"/>
              </a:defRPr>
            </a:lvl6pPr>
            <a:lvl7pPr>
              <a:defRPr sz="1200" b="0">
                <a:solidFill>
                  <a:srgbClr val="52636E"/>
                </a:solidFill>
                <a:latin typeface="Malgun Gothic"/>
                <a:ea typeface="Malgun Gothic"/>
                <a:cs typeface="Malgun Gothic"/>
              </a:defRPr>
            </a:lvl7pPr>
            <a:lvl8pPr>
              <a:defRPr sz="1200" b="0">
                <a:solidFill>
                  <a:srgbClr val="52636E"/>
                </a:solidFill>
                <a:latin typeface="Malgun Gothic"/>
                <a:ea typeface="Malgun Gothic"/>
                <a:cs typeface="Malgun Gothic"/>
              </a:defRPr>
            </a:lvl8pPr>
            <a:lvl9pPr>
              <a:defRPr sz="1200" b="0">
                <a:solidFill>
                  <a:srgbClr val="52636E"/>
                </a:solidFill>
                <a:latin typeface="Malgun Gothic"/>
                <a:ea typeface="Malgun Gothic"/>
                <a:cs typeface="Malgun Gothic"/>
              </a:defRPr>
            </a:lvl9pPr>
          </a:lstStyle>
          <a:p xmlns:a="http://schemas.openxmlformats.org/drawingml/2006/main">
            <a:pPr>
              <a:defRPr sz="1200" b="0">
                <a:solidFill>
                  <a:srgbClr val="52636E"/>
                </a:solidFill>
                <a:latin typeface="Malgun Gothic"/>
                <a:ea typeface="Malgun Gothic"/>
                <a:cs typeface="Malgun Gothic"/>
              </a:defRPr>
            </a:pPr>
            <a:r>
              <a:rPr sz="1200" b="0">
                <a:solidFill>
                  <a:srgbClr val="52636E"/>
                </a:solidFill>
                <a:latin typeface="Malgun Gothic"/>
                <a:ea typeface="Malgun Gothic"/>
                <a:cs typeface="Malgun Gothic"/>
              </a:rPr>
              <a:t>https://github.com/tyfmq123-hub/HCl-PPE-Room-Build</a:t>
            </a:r>
          </a:p>
        </p:txBody>
      </p:sp>
      <p:sp>
        <p:nvSpPr>
          <p:cNvPr id="3" name="page">
            <a:extLst xmlns:a="http://schemas.openxmlformats.org/drawingml/2006/main">
              <a:ext uri="{FF2B5EF4-FFF2-40B4-BE49-F238E27FC236}">
                <a16:creationId xmlns:a16="http://schemas.microsoft.com/office/drawing/2014/main" id="{BBB6DA19-17F2-4C64-B2D5-1A2AB4198110}"/>
              </a:ext>
            </a:extLst>
          </p:cNvPr>
          <p:cNvSpPr>
            <a:spLocks xmlns:a="http://schemas.openxmlformats.org/drawingml/2006/main" noGrp="1"/>
          </p:cNvSpPr>
          <p:nvPr/>
        </p:nvSpPr>
        <p:spPr>
          <a:xfrm xmlns:a="http://schemas.openxmlformats.org/drawingml/2006/main">
            <a:off x="11115675" y="634365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36E"/>
                </a:solidFill>
                <a:latin typeface="Malgun Gothic"/>
                <a:ea typeface="Malgun Gothic"/>
                <a:cs typeface="Malgun Gothic"/>
              </a:defRPr>
            </a:defPPr>
            <a:lvl1pPr>
              <a:defRPr sz="1500" b="0">
                <a:solidFill>
                  <a:srgbClr val="52636E"/>
                </a:solidFill>
                <a:latin typeface="Malgun Gothic"/>
                <a:ea typeface="Malgun Gothic"/>
                <a:cs typeface="Malgun Gothic"/>
              </a:defRPr>
            </a:lvl1pPr>
            <a:lvl2pPr>
              <a:defRPr sz="1500" b="0">
                <a:solidFill>
                  <a:srgbClr val="52636E"/>
                </a:solidFill>
                <a:latin typeface="Malgun Gothic"/>
                <a:ea typeface="Malgun Gothic"/>
                <a:cs typeface="Malgun Gothic"/>
              </a:defRPr>
            </a:lvl2pPr>
            <a:lvl3pPr>
              <a:defRPr sz="1500" b="0">
                <a:solidFill>
                  <a:srgbClr val="52636E"/>
                </a:solidFill>
                <a:latin typeface="Malgun Gothic"/>
                <a:ea typeface="Malgun Gothic"/>
                <a:cs typeface="Malgun Gothic"/>
              </a:defRPr>
            </a:lvl3pPr>
            <a:lvl4pPr>
              <a:defRPr sz="1500" b="0">
                <a:solidFill>
                  <a:srgbClr val="52636E"/>
                </a:solidFill>
                <a:latin typeface="Malgun Gothic"/>
                <a:ea typeface="Malgun Gothic"/>
                <a:cs typeface="Malgun Gothic"/>
              </a:defRPr>
            </a:lvl4pPr>
            <a:lvl5pPr>
              <a:defRPr sz="1500" b="0">
                <a:solidFill>
                  <a:srgbClr val="52636E"/>
                </a:solidFill>
                <a:latin typeface="Malgun Gothic"/>
                <a:ea typeface="Malgun Gothic"/>
                <a:cs typeface="Malgun Gothic"/>
              </a:defRPr>
            </a:lvl5pPr>
            <a:lvl6pPr>
              <a:defRPr sz="1500" b="0">
                <a:solidFill>
                  <a:srgbClr val="52636E"/>
                </a:solidFill>
                <a:latin typeface="Malgun Gothic"/>
                <a:ea typeface="Malgun Gothic"/>
                <a:cs typeface="Malgun Gothic"/>
              </a:defRPr>
            </a:lvl6pPr>
            <a:lvl7pPr>
              <a:defRPr sz="1500" b="0">
                <a:solidFill>
                  <a:srgbClr val="52636E"/>
                </a:solidFill>
                <a:latin typeface="Malgun Gothic"/>
                <a:ea typeface="Malgun Gothic"/>
                <a:cs typeface="Malgun Gothic"/>
              </a:defRPr>
            </a:lvl7pPr>
            <a:lvl8pPr>
              <a:defRPr sz="1500" b="0">
                <a:solidFill>
                  <a:srgbClr val="52636E"/>
                </a:solidFill>
                <a:latin typeface="Malgun Gothic"/>
                <a:ea typeface="Malgun Gothic"/>
                <a:cs typeface="Malgun Gothic"/>
              </a:defRPr>
            </a:lvl8pPr>
            <a:lvl9pPr>
              <a:defRPr sz="1500" b="0">
                <a:solidFill>
                  <a:srgbClr val="52636E"/>
                </a:solidFill>
                <a:latin typeface="Malgun Gothic"/>
                <a:ea typeface="Malgun Gothic"/>
                <a:cs typeface="Malgun Gothic"/>
              </a:defRPr>
            </a:lvl9pPr>
          </a:lstStyle>
          <a:p xmlns:a="http://schemas.openxmlformats.org/drawingml/2006/main">
            <a:pPr>
              <a:defRPr sz="1500" b="0">
                <a:solidFill>
                  <a:srgbClr val="52636E"/>
                </a:solidFill>
                <a:latin typeface="Malgun Gothic"/>
                <a:ea typeface="Malgun Gothic"/>
                <a:cs typeface="Malgun Gothic"/>
              </a:defRPr>
            </a:pPr>
            <a:r>
              <a:rPr sz="1500" b="0">
                <a:solidFill>
                  <a:srgbClr val="52636E"/>
                </a:solidFill>
                <a:latin typeface="Malgun Gothic"/>
                <a:ea typeface="Malgun Gothic"/>
                <a:cs typeface="Malgun Gothic"/>
              </a:rPr>
              <a:t>08</a:t>
            </a:r>
          </a:p>
        </p:txBody>
      </p:sp>
      <p:sp>
        <p:nvSpPr>
          <p:cNvPr id="4" name="text">
            <a:extLst xmlns:a="http://schemas.openxmlformats.org/drawingml/2006/main">
              <a:ext uri="{FF2B5EF4-FFF2-40B4-BE49-F238E27FC236}">
                <a16:creationId xmlns:a16="http://schemas.microsoft.com/office/drawing/2014/main" id="{844E28BD-A4E6-4BD7-A42D-FDD72EBFF3EE}"/>
              </a:ext>
            </a:extLst>
          </p:cNvPr>
          <p:cNvSpPr>
            <a:spLocks xmlns:a="http://schemas.openxmlformats.org/drawingml/2006/main" noGrp="1"/>
          </p:cNvSpPr>
          <p:nvPr/>
        </p:nvSpPr>
        <p:spPr>
          <a:xfrm xmlns:a="http://schemas.openxmlformats.org/drawingml/2006/main">
            <a:off x="685800" y="17145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66A88"/>
                </a:solidFill>
                <a:latin typeface="Malgun Gothic"/>
                <a:ea typeface="Malgun Gothic"/>
                <a:cs typeface="Malgun Gothic"/>
              </a:defRPr>
            </a:defPPr>
            <a:lvl1pPr>
              <a:defRPr sz="2100" b="1">
                <a:solidFill>
                  <a:srgbClr val="166A88"/>
                </a:solidFill>
                <a:latin typeface="Malgun Gothic"/>
                <a:ea typeface="Malgun Gothic"/>
                <a:cs typeface="Malgun Gothic"/>
              </a:defRPr>
            </a:lvl1pPr>
            <a:lvl2pPr>
              <a:defRPr sz="2100" b="1">
                <a:solidFill>
                  <a:srgbClr val="166A88"/>
                </a:solidFill>
                <a:latin typeface="Malgun Gothic"/>
                <a:ea typeface="Malgun Gothic"/>
                <a:cs typeface="Malgun Gothic"/>
              </a:defRPr>
            </a:lvl2pPr>
            <a:lvl3pPr>
              <a:defRPr sz="2100" b="1">
                <a:solidFill>
                  <a:srgbClr val="166A88"/>
                </a:solidFill>
                <a:latin typeface="Malgun Gothic"/>
                <a:ea typeface="Malgun Gothic"/>
                <a:cs typeface="Malgun Gothic"/>
              </a:defRPr>
            </a:lvl3pPr>
            <a:lvl4pPr>
              <a:defRPr sz="2100" b="1">
                <a:solidFill>
                  <a:srgbClr val="166A88"/>
                </a:solidFill>
                <a:latin typeface="Malgun Gothic"/>
                <a:ea typeface="Malgun Gothic"/>
                <a:cs typeface="Malgun Gothic"/>
              </a:defRPr>
            </a:lvl4pPr>
            <a:lvl5pPr>
              <a:defRPr sz="2100" b="1">
                <a:solidFill>
                  <a:srgbClr val="166A88"/>
                </a:solidFill>
                <a:latin typeface="Malgun Gothic"/>
                <a:ea typeface="Malgun Gothic"/>
                <a:cs typeface="Malgun Gothic"/>
              </a:defRPr>
            </a:lvl5pPr>
            <a:lvl6pPr>
              <a:defRPr sz="2100" b="1">
                <a:solidFill>
                  <a:srgbClr val="166A88"/>
                </a:solidFill>
                <a:latin typeface="Malgun Gothic"/>
                <a:ea typeface="Malgun Gothic"/>
                <a:cs typeface="Malgun Gothic"/>
              </a:defRPr>
            </a:lvl6pPr>
            <a:lvl7pPr>
              <a:defRPr sz="2100" b="1">
                <a:solidFill>
                  <a:srgbClr val="166A88"/>
                </a:solidFill>
                <a:latin typeface="Malgun Gothic"/>
                <a:ea typeface="Malgun Gothic"/>
                <a:cs typeface="Malgun Gothic"/>
              </a:defRPr>
            </a:lvl7pPr>
            <a:lvl8pPr>
              <a:defRPr sz="2100" b="1">
                <a:solidFill>
                  <a:srgbClr val="166A88"/>
                </a:solidFill>
                <a:latin typeface="Malgun Gothic"/>
                <a:ea typeface="Malgun Gothic"/>
                <a:cs typeface="Malgun Gothic"/>
              </a:defRPr>
            </a:lvl8pPr>
            <a:lvl9pPr>
              <a:defRPr sz="2100" b="1">
                <a:solidFill>
                  <a:srgbClr val="166A88"/>
                </a:solidFill>
                <a:latin typeface="Malgun Gothic"/>
                <a:ea typeface="Malgun Gothic"/>
                <a:cs typeface="Malgun Gothic"/>
              </a:defRPr>
            </a:lvl9pPr>
          </a:lstStyle>
          <a:p xmlns:a="http://schemas.openxmlformats.org/drawingml/2006/main">
            <a:pPr>
              <a:defRPr sz="2100" b="1">
                <a:solidFill>
                  <a:srgbClr val="166A88"/>
                </a:solidFill>
                <a:latin typeface="Malgun Gothic"/>
                <a:ea typeface="Malgun Gothic"/>
                <a:cs typeface="Malgun Gothic"/>
              </a:defRPr>
            </a:pPr>
            <a:r>
              <a:rPr sz="2100" b="1">
                <a:solidFill>
                  <a:srgbClr val="166A88"/>
                </a:solidFill>
                <a:latin typeface="Malgun Gothic"/>
                <a:ea typeface="Malgun Gothic"/>
                <a:cs typeface="Malgun Gothic"/>
              </a:rPr>
              <a:t>XR 인터랙션 구현</a:t>
            </a:r>
          </a:p>
        </p:txBody>
      </p:sp>
      <p:sp>
        <p:nvSpPr>
          <p:cNvPr id="5" name="text">
            <a:extLst xmlns:a="http://schemas.openxmlformats.org/drawingml/2006/main">
              <a:ext uri="{FF2B5EF4-FFF2-40B4-BE49-F238E27FC236}">
                <a16:creationId xmlns:a16="http://schemas.microsoft.com/office/drawing/2014/main" id="{2EAE3A1B-2BB4-41C8-804B-BFC13B6F4137}"/>
              </a:ext>
            </a:extLst>
          </p:cNvPr>
          <p:cNvSpPr>
            <a:spLocks xmlns:a="http://schemas.openxmlformats.org/drawingml/2006/main" noGrp="1"/>
          </p:cNvSpPr>
          <p:nvPr/>
        </p:nvSpPr>
        <p:spPr>
          <a:xfrm xmlns:a="http://schemas.openxmlformats.org/drawingml/2006/main">
            <a:off x="3429000" y="1714500"/>
            <a:ext cx="807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2C38"/>
                </a:solidFill>
                <a:latin typeface="Malgun Gothic"/>
                <a:ea typeface="Malgun Gothic"/>
                <a:cs typeface="Malgun Gothic"/>
              </a:defRPr>
            </a:defPPr>
            <a:lvl1pPr>
              <a:defRPr sz="1950" b="0">
                <a:solidFill>
                  <a:srgbClr val="182C38"/>
                </a:solidFill>
                <a:latin typeface="Malgun Gothic"/>
                <a:ea typeface="Malgun Gothic"/>
                <a:cs typeface="Malgun Gothic"/>
              </a:defRPr>
            </a:lvl1pPr>
            <a:lvl2pPr>
              <a:defRPr sz="1950" b="0">
                <a:solidFill>
                  <a:srgbClr val="182C38"/>
                </a:solidFill>
                <a:latin typeface="Malgun Gothic"/>
                <a:ea typeface="Malgun Gothic"/>
                <a:cs typeface="Malgun Gothic"/>
              </a:defRPr>
            </a:lvl2pPr>
            <a:lvl3pPr>
              <a:defRPr sz="1950" b="0">
                <a:solidFill>
                  <a:srgbClr val="182C38"/>
                </a:solidFill>
                <a:latin typeface="Malgun Gothic"/>
                <a:ea typeface="Malgun Gothic"/>
                <a:cs typeface="Malgun Gothic"/>
              </a:defRPr>
            </a:lvl3pPr>
            <a:lvl4pPr>
              <a:defRPr sz="1950" b="0">
                <a:solidFill>
                  <a:srgbClr val="182C38"/>
                </a:solidFill>
                <a:latin typeface="Malgun Gothic"/>
                <a:ea typeface="Malgun Gothic"/>
                <a:cs typeface="Malgun Gothic"/>
              </a:defRPr>
            </a:lvl4pPr>
            <a:lvl5pPr>
              <a:defRPr sz="1950" b="0">
                <a:solidFill>
                  <a:srgbClr val="182C38"/>
                </a:solidFill>
                <a:latin typeface="Malgun Gothic"/>
                <a:ea typeface="Malgun Gothic"/>
                <a:cs typeface="Malgun Gothic"/>
              </a:defRPr>
            </a:lvl5pPr>
            <a:lvl6pPr>
              <a:defRPr sz="1950" b="0">
                <a:solidFill>
                  <a:srgbClr val="182C38"/>
                </a:solidFill>
                <a:latin typeface="Malgun Gothic"/>
                <a:ea typeface="Malgun Gothic"/>
                <a:cs typeface="Malgun Gothic"/>
              </a:defRPr>
            </a:lvl6pPr>
            <a:lvl7pPr>
              <a:defRPr sz="1950" b="0">
                <a:solidFill>
                  <a:srgbClr val="182C38"/>
                </a:solidFill>
                <a:latin typeface="Malgun Gothic"/>
                <a:ea typeface="Malgun Gothic"/>
                <a:cs typeface="Malgun Gothic"/>
              </a:defRPr>
            </a:lvl7pPr>
            <a:lvl8pPr>
              <a:defRPr sz="1950" b="0">
                <a:solidFill>
                  <a:srgbClr val="182C38"/>
                </a:solidFill>
                <a:latin typeface="Malgun Gothic"/>
                <a:ea typeface="Malgun Gothic"/>
                <a:cs typeface="Malgun Gothic"/>
              </a:defRPr>
            </a:lvl8pPr>
            <a:lvl9pPr>
              <a:defRPr sz="1950" b="0">
                <a:solidFill>
                  <a:srgbClr val="182C38"/>
                </a:solidFill>
                <a:latin typeface="Malgun Gothic"/>
                <a:ea typeface="Malgun Gothic"/>
                <a:cs typeface="Malgun Gothic"/>
              </a:defRPr>
            </a:lvl9pPr>
          </a:lstStyle>
          <a:p xmlns:a="http://schemas.openxmlformats.org/drawingml/2006/main">
            <a:pPr>
              <a:defRPr sz="1950" b="0">
                <a:solidFill>
                  <a:srgbClr val="182C38"/>
                </a:solidFill>
                <a:latin typeface="Malgun Gothic"/>
                <a:ea typeface="Malgun Gothic"/>
                <a:cs typeface="Malgun Gothic"/>
              </a:defRPr>
            </a:pPr>
            <a:r>
              <a:rPr sz="1950" b="0">
                <a:solidFill>
                  <a:srgbClr val="182C38"/>
                </a:solidFill>
                <a:latin typeface="Malgun Gothic"/>
                <a:ea typeface="Malgun Gothic"/>
                <a:cs typeface="Malgun Gothic"/>
              </a:rPr>
              <a:t>보호구 선택·착용과 장비 준비에 손 추적·컨트롤러 입력 연결</a:t>
            </a:r>
          </a:p>
        </p:txBody>
      </p:sp>
      <p:sp>
        <p:nvSpPr>
          <p:cNvPr id="6" name="text">
            <a:extLst xmlns:a="http://schemas.openxmlformats.org/drawingml/2006/main">
              <a:ext uri="{FF2B5EF4-FFF2-40B4-BE49-F238E27FC236}">
                <a16:creationId xmlns:a16="http://schemas.microsoft.com/office/drawing/2014/main" id="{5B81D16F-6854-4ED2-B713-4D3D5C2EBD77}"/>
              </a:ext>
            </a:extLst>
          </p:cNvPr>
          <p:cNvSpPr>
            <a:spLocks xmlns:a="http://schemas.openxmlformats.org/drawingml/2006/main" noGrp="1"/>
          </p:cNvSpPr>
          <p:nvPr/>
        </p:nvSpPr>
        <p:spPr>
          <a:xfrm xmlns:a="http://schemas.openxmlformats.org/drawingml/2006/main">
            <a:off x="685800" y="24765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66A88"/>
                </a:solidFill>
                <a:latin typeface="Malgun Gothic"/>
                <a:ea typeface="Malgun Gothic"/>
                <a:cs typeface="Malgun Gothic"/>
              </a:defRPr>
            </a:defPPr>
            <a:lvl1pPr>
              <a:defRPr sz="2100" b="1">
                <a:solidFill>
                  <a:srgbClr val="166A88"/>
                </a:solidFill>
                <a:latin typeface="Malgun Gothic"/>
                <a:ea typeface="Malgun Gothic"/>
                <a:cs typeface="Malgun Gothic"/>
              </a:defRPr>
            </a:lvl1pPr>
            <a:lvl2pPr>
              <a:defRPr sz="2100" b="1">
                <a:solidFill>
                  <a:srgbClr val="166A88"/>
                </a:solidFill>
                <a:latin typeface="Malgun Gothic"/>
                <a:ea typeface="Malgun Gothic"/>
                <a:cs typeface="Malgun Gothic"/>
              </a:defRPr>
            </a:lvl2pPr>
            <a:lvl3pPr>
              <a:defRPr sz="2100" b="1">
                <a:solidFill>
                  <a:srgbClr val="166A88"/>
                </a:solidFill>
                <a:latin typeface="Malgun Gothic"/>
                <a:ea typeface="Malgun Gothic"/>
                <a:cs typeface="Malgun Gothic"/>
              </a:defRPr>
            </a:lvl3pPr>
            <a:lvl4pPr>
              <a:defRPr sz="2100" b="1">
                <a:solidFill>
                  <a:srgbClr val="166A88"/>
                </a:solidFill>
                <a:latin typeface="Malgun Gothic"/>
                <a:ea typeface="Malgun Gothic"/>
                <a:cs typeface="Malgun Gothic"/>
              </a:defRPr>
            </a:lvl4pPr>
            <a:lvl5pPr>
              <a:defRPr sz="2100" b="1">
                <a:solidFill>
                  <a:srgbClr val="166A88"/>
                </a:solidFill>
                <a:latin typeface="Malgun Gothic"/>
                <a:ea typeface="Malgun Gothic"/>
                <a:cs typeface="Malgun Gothic"/>
              </a:defRPr>
            </a:lvl5pPr>
            <a:lvl6pPr>
              <a:defRPr sz="2100" b="1">
                <a:solidFill>
                  <a:srgbClr val="166A88"/>
                </a:solidFill>
                <a:latin typeface="Malgun Gothic"/>
                <a:ea typeface="Malgun Gothic"/>
                <a:cs typeface="Malgun Gothic"/>
              </a:defRPr>
            </a:lvl6pPr>
            <a:lvl7pPr>
              <a:defRPr sz="2100" b="1">
                <a:solidFill>
                  <a:srgbClr val="166A88"/>
                </a:solidFill>
                <a:latin typeface="Malgun Gothic"/>
                <a:ea typeface="Malgun Gothic"/>
                <a:cs typeface="Malgun Gothic"/>
              </a:defRPr>
            </a:lvl7pPr>
            <a:lvl8pPr>
              <a:defRPr sz="2100" b="1">
                <a:solidFill>
                  <a:srgbClr val="166A88"/>
                </a:solidFill>
                <a:latin typeface="Malgun Gothic"/>
                <a:ea typeface="Malgun Gothic"/>
                <a:cs typeface="Malgun Gothic"/>
              </a:defRPr>
            </a:lvl8pPr>
            <a:lvl9pPr>
              <a:defRPr sz="2100" b="1">
                <a:solidFill>
                  <a:srgbClr val="166A88"/>
                </a:solidFill>
                <a:latin typeface="Malgun Gothic"/>
                <a:ea typeface="Malgun Gothic"/>
                <a:cs typeface="Malgun Gothic"/>
              </a:defRPr>
            </a:lvl9pPr>
          </a:lstStyle>
          <a:p xmlns:a="http://schemas.openxmlformats.org/drawingml/2006/main">
            <a:pPr>
              <a:defRPr sz="2100" b="1">
                <a:solidFill>
                  <a:srgbClr val="166A88"/>
                </a:solidFill>
                <a:latin typeface="Malgun Gothic"/>
                <a:ea typeface="Malgun Gothic"/>
                <a:cs typeface="Malgun Gothic"/>
              </a:defRPr>
            </a:pPr>
            <a:r>
              <a:rPr sz="2100" b="1">
                <a:solidFill>
                  <a:srgbClr val="166A88"/>
                </a:solidFill>
                <a:latin typeface="Malgun Gothic"/>
                <a:ea typeface="Malgun Gothic"/>
                <a:cs typeface="Malgun Gothic"/>
              </a:rPr>
              <a:t>C# 프로그램 설계</a:t>
            </a:r>
          </a:p>
        </p:txBody>
      </p:sp>
      <p:sp>
        <p:nvSpPr>
          <p:cNvPr id="7" name="text">
            <a:extLst xmlns:a="http://schemas.openxmlformats.org/drawingml/2006/main">
              <a:ext uri="{FF2B5EF4-FFF2-40B4-BE49-F238E27FC236}">
                <a16:creationId xmlns:a16="http://schemas.microsoft.com/office/drawing/2014/main" id="{6EDE3310-38E8-4E09-B63B-B70391969769}"/>
              </a:ext>
            </a:extLst>
          </p:cNvPr>
          <p:cNvSpPr>
            <a:spLocks xmlns:a="http://schemas.openxmlformats.org/drawingml/2006/main" noGrp="1"/>
          </p:cNvSpPr>
          <p:nvPr/>
        </p:nvSpPr>
        <p:spPr>
          <a:xfrm xmlns:a="http://schemas.openxmlformats.org/drawingml/2006/main">
            <a:off x="3429000" y="2476500"/>
            <a:ext cx="807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2C38"/>
                </a:solidFill>
                <a:latin typeface="Malgun Gothic"/>
                <a:ea typeface="Malgun Gothic"/>
                <a:cs typeface="Malgun Gothic"/>
              </a:defRPr>
            </a:defPPr>
            <a:lvl1pPr>
              <a:defRPr sz="1950" b="0">
                <a:solidFill>
                  <a:srgbClr val="182C38"/>
                </a:solidFill>
                <a:latin typeface="Malgun Gothic"/>
                <a:ea typeface="Malgun Gothic"/>
                <a:cs typeface="Malgun Gothic"/>
              </a:defRPr>
            </a:lvl1pPr>
            <a:lvl2pPr>
              <a:defRPr sz="1950" b="0">
                <a:solidFill>
                  <a:srgbClr val="182C38"/>
                </a:solidFill>
                <a:latin typeface="Malgun Gothic"/>
                <a:ea typeface="Malgun Gothic"/>
                <a:cs typeface="Malgun Gothic"/>
              </a:defRPr>
            </a:lvl2pPr>
            <a:lvl3pPr>
              <a:defRPr sz="1950" b="0">
                <a:solidFill>
                  <a:srgbClr val="182C38"/>
                </a:solidFill>
                <a:latin typeface="Malgun Gothic"/>
                <a:ea typeface="Malgun Gothic"/>
                <a:cs typeface="Malgun Gothic"/>
              </a:defRPr>
            </a:lvl3pPr>
            <a:lvl4pPr>
              <a:defRPr sz="1950" b="0">
                <a:solidFill>
                  <a:srgbClr val="182C38"/>
                </a:solidFill>
                <a:latin typeface="Malgun Gothic"/>
                <a:ea typeface="Malgun Gothic"/>
                <a:cs typeface="Malgun Gothic"/>
              </a:defRPr>
            </a:lvl4pPr>
            <a:lvl5pPr>
              <a:defRPr sz="1950" b="0">
                <a:solidFill>
                  <a:srgbClr val="182C38"/>
                </a:solidFill>
                <a:latin typeface="Malgun Gothic"/>
                <a:ea typeface="Malgun Gothic"/>
                <a:cs typeface="Malgun Gothic"/>
              </a:defRPr>
            </a:lvl5pPr>
            <a:lvl6pPr>
              <a:defRPr sz="1950" b="0">
                <a:solidFill>
                  <a:srgbClr val="182C38"/>
                </a:solidFill>
                <a:latin typeface="Malgun Gothic"/>
                <a:ea typeface="Malgun Gothic"/>
                <a:cs typeface="Malgun Gothic"/>
              </a:defRPr>
            </a:lvl6pPr>
            <a:lvl7pPr>
              <a:defRPr sz="1950" b="0">
                <a:solidFill>
                  <a:srgbClr val="182C38"/>
                </a:solidFill>
                <a:latin typeface="Malgun Gothic"/>
                <a:ea typeface="Malgun Gothic"/>
                <a:cs typeface="Malgun Gothic"/>
              </a:defRPr>
            </a:lvl7pPr>
            <a:lvl8pPr>
              <a:defRPr sz="1950" b="0">
                <a:solidFill>
                  <a:srgbClr val="182C38"/>
                </a:solidFill>
                <a:latin typeface="Malgun Gothic"/>
                <a:ea typeface="Malgun Gothic"/>
                <a:cs typeface="Malgun Gothic"/>
              </a:defRPr>
            </a:lvl8pPr>
            <a:lvl9pPr>
              <a:defRPr sz="1950" b="0">
                <a:solidFill>
                  <a:srgbClr val="182C38"/>
                </a:solidFill>
                <a:latin typeface="Malgun Gothic"/>
                <a:ea typeface="Malgun Gothic"/>
                <a:cs typeface="Malgun Gothic"/>
              </a:defRPr>
            </a:lvl9pPr>
          </a:lstStyle>
          <a:p xmlns:a="http://schemas.openxmlformats.org/drawingml/2006/main">
            <a:pPr>
              <a:defRPr sz="1950" b="0">
                <a:solidFill>
                  <a:srgbClr val="182C38"/>
                </a:solidFill>
                <a:latin typeface="Malgun Gothic"/>
                <a:ea typeface="Malgun Gothic"/>
                <a:cs typeface="Malgun Gothic"/>
              </a:defRPr>
            </a:pPr>
            <a:r>
              <a:rPr sz="1950" b="0">
                <a:solidFill>
                  <a:srgbClr val="182C38"/>
                </a:solidFill>
                <a:latin typeface="Malgun Gothic"/>
                <a:ea typeface="Malgun Gothic"/>
                <a:cs typeface="Malgun Gothic"/>
              </a:rPr>
              <a:t>장비 상태·양손 판정·교육 단계·이벤트 전달의 책임 분리</a:t>
            </a:r>
          </a:p>
        </p:txBody>
      </p:sp>
      <p:sp>
        <p:nvSpPr>
          <p:cNvPr id="8" name="text">
            <a:extLst xmlns:a="http://schemas.openxmlformats.org/drawingml/2006/main">
              <a:ext uri="{FF2B5EF4-FFF2-40B4-BE49-F238E27FC236}">
                <a16:creationId xmlns:a16="http://schemas.microsoft.com/office/drawing/2014/main" id="{0A43BAD0-35DF-4BC6-8575-158D8C7D888C}"/>
              </a:ext>
            </a:extLst>
          </p:cNvPr>
          <p:cNvSpPr>
            <a:spLocks xmlns:a="http://schemas.openxmlformats.org/drawingml/2006/main" noGrp="1"/>
          </p:cNvSpPr>
          <p:nvPr/>
        </p:nvSpPr>
        <p:spPr>
          <a:xfrm xmlns:a="http://schemas.openxmlformats.org/drawingml/2006/main">
            <a:off x="685800" y="32385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66A88"/>
                </a:solidFill>
                <a:latin typeface="Malgun Gothic"/>
                <a:ea typeface="Malgun Gothic"/>
                <a:cs typeface="Malgun Gothic"/>
              </a:defRPr>
            </a:defPPr>
            <a:lvl1pPr>
              <a:defRPr sz="2100" b="1">
                <a:solidFill>
                  <a:srgbClr val="166A88"/>
                </a:solidFill>
                <a:latin typeface="Malgun Gothic"/>
                <a:ea typeface="Malgun Gothic"/>
                <a:cs typeface="Malgun Gothic"/>
              </a:defRPr>
            </a:lvl1pPr>
            <a:lvl2pPr>
              <a:defRPr sz="2100" b="1">
                <a:solidFill>
                  <a:srgbClr val="166A88"/>
                </a:solidFill>
                <a:latin typeface="Malgun Gothic"/>
                <a:ea typeface="Malgun Gothic"/>
                <a:cs typeface="Malgun Gothic"/>
              </a:defRPr>
            </a:lvl2pPr>
            <a:lvl3pPr>
              <a:defRPr sz="2100" b="1">
                <a:solidFill>
                  <a:srgbClr val="166A88"/>
                </a:solidFill>
                <a:latin typeface="Malgun Gothic"/>
                <a:ea typeface="Malgun Gothic"/>
                <a:cs typeface="Malgun Gothic"/>
              </a:defRPr>
            </a:lvl3pPr>
            <a:lvl4pPr>
              <a:defRPr sz="2100" b="1">
                <a:solidFill>
                  <a:srgbClr val="166A88"/>
                </a:solidFill>
                <a:latin typeface="Malgun Gothic"/>
                <a:ea typeface="Malgun Gothic"/>
                <a:cs typeface="Malgun Gothic"/>
              </a:defRPr>
            </a:lvl4pPr>
            <a:lvl5pPr>
              <a:defRPr sz="2100" b="1">
                <a:solidFill>
                  <a:srgbClr val="166A88"/>
                </a:solidFill>
                <a:latin typeface="Malgun Gothic"/>
                <a:ea typeface="Malgun Gothic"/>
                <a:cs typeface="Malgun Gothic"/>
              </a:defRPr>
            </a:lvl5pPr>
            <a:lvl6pPr>
              <a:defRPr sz="2100" b="1">
                <a:solidFill>
                  <a:srgbClr val="166A88"/>
                </a:solidFill>
                <a:latin typeface="Malgun Gothic"/>
                <a:ea typeface="Malgun Gothic"/>
                <a:cs typeface="Malgun Gothic"/>
              </a:defRPr>
            </a:lvl6pPr>
            <a:lvl7pPr>
              <a:defRPr sz="2100" b="1">
                <a:solidFill>
                  <a:srgbClr val="166A88"/>
                </a:solidFill>
                <a:latin typeface="Malgun Gothic"/>
                <a:ea typeface="Malgun Gothic"/>
                <a:cs typeface="Malgun Gothic"/>
              </a:defRPr>
            </a:lvl7pPr>
            <a:lvl8pPr>
              <a:defRPr sz="2100" b="1">
                <a:solidFill>
                  <a:srgbClr val="166A88"/>
                </a:solidFill>
                <a:latin typeface="Malgun Gothic"/>
                <a:ea typeface="Malgun Gothic"/>
                <a:cs typeface="Malgun Gothic"/>
              </a:defRPr>
            </a:lvl8pPr>
            <a:lvl9pPr>
              <a:defRPr sz="2100" b="1">
                <a:solidFill>
                  <a:srgbClr val="166A88"/>
                </a:solidFill>
                <a:latin typeface="Malgun Gothic"/>
                <a:ea typeface="Malgun Gothic"/>
                <a:cs typeface="Malgun Gothic"/>
              </a:defRPr>
            </a:lvl9pPr>
          </a:lstStyle>
          <a:p xmlns:a="http://schemas.openxmlformats.org/drawingml/2006/main">
            <a:pPr>
              <a:defRPr sz="2100" b="1">
                <a:solidFill>
                  <a:srgbClr val="166A88"/>
                </a:solidFill>
                <a:latin typeface="Malgun Gothic"/>
                <a:ea typeface="Malgun Gothic"/>
                <a:cs typeface="Malgun Gothic"/>
              </a:defRPr>
            </a:pPr>
            <a:r>
              <a:rPr sz="2100" b="1">
                <a:solidFill>
                  <a:srgbClr val="166A88"/>
                </a:solidFill>
                <a:latin typeface="Malgun Gothic"/>
                <a:ea typeface="Malgun Gothic"/>
                <a:cs typeface="Malgun Gothic"/>
              </a:rPr>
              <a:t>안정성과 문제 해결</a:t>
            </a:r>
          </a:p>
        </p:txBody>
      </p:sp>
      <p:sp>
        <p:nvSpPr>
          <p:cNvPr id="9" name="text">
            <a:extLst xmlns:a="http://schemas.openxmlformats.org/drawingml/2006/main">
              <a:ext uri="{FF2B5EF4-FFF2-40B4-BE49-F238E27FC236}">
                <a16:creationId xmlns:a16="http://schemas.microsoft.com/office/drawing/2014/main" id="{32062A1D-FBD8-49D1-8F10-20CE702D77B0}"/>
              </a:ext>
            </a:extLst>
          </p:cNvPr>
          <p:cNvSpPr>
            <a:spLocks xmlns:a="http://schemas.openxmlformats.org/drawingml/2006/main" noGrp="1"/>
          </p:cNvSpPr>
          <p:nvPr/>
        </p:nvSpPr>
        <p:spPr>
          <a:xfrm xmlns:a="http://schemas.openxmlformats.org/drawingml/2006/main">
            <a:off x="3429000" y="3238500"/>
            <a:ext cx="807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2C38"/>
                </a:solidFill>
                <a:latin typeface="Malgun Gothic"/>
                <a:ea typeface="Malgun Gothic"/>
                <a:cs typeface="Malgun Gothic"/>
              </a:defRPr>
            </a:defPPr>
            <a:lvl1pPr>
              <a:defRPr sz="1950" b="0">
                <a:solidFill>
                  <a:srgbClr val="182C38"/>
                </a:solidFill>
                <a:latin typeface="Malgun Gothic"/>
                <a:ea typeface="Malgun Gothic"/>
                <a:cs typeface="Malgun Gothic"/>
              </a:defRPr>
            </a:lvl1pPr>
            <a:lvl2pPr>
              <a:defRPr sz="1950" b="0">
                <a:solidFill>
                  <a:srgbClr val="182C38"/>
                </a:solidFill>
                <a:latin typeface="Malgun Gothic"/>
                <a:ea typeface="Malgun Gothic"/>
                <a:cs typeface="Malgun Gothic"/>
              </a:defRPr>
            </a:lvl2pPr>
            <a:lvl3pPr>
              <a:defRPr sz="1950" b="0">
                <a:solidFill>
                  <a:srgbClr val="182C38"/>
                </a:solidFill>
                <a:latin typeface="Malgun Gothic"/>
                <a:ea typeface="Malgun Gothic"/>
                <a:cs typeface="Malgun Gothic"/>
              </a:defRPr>
            </a:lvl3pPr>
            <a:lvl4pPr>
              <a:defRPr sz="1950" b="0">
                <a:solidFill>
                  <a:srgbClr val="182C38"/>
                </a:solidFill>
                <a:latin typeface="Malgun Gothic"/>
                <a:ea typeface="Malgun Gothic"/>
                <a:cs typeface="Malgun Gothic"/>
              </a:defRPr>
            </a:lvl4pPr>
            <a:lvl5pPr>
              <a:defRPr sz="1950" b="0">
                <a:solidFill>
                  <a:srgbClr val="182C38"/>
                </a:solidFill>
                <a:latin typeface="Malgun Gothic"/>
                <a:ea typeface="Malgun Gothic"/>
                <a:cs typeface="Malgun Gothic"/>
              </a:defRPr>
            </a:lvl5pPr>
            <a:lvl6pPr>
              <a:defRPr sz="1950" b="0">
                <a:solidFill>
                  <a:srgbClr val="182C38"/>
                </a:solidFill>
                <a:latin typeface="Malgun Gothic"/>
                <a:ea typeface="Malgun Gothic"/>
                <a:cs typeface="Malgun Gothic"/>
              </a:defRPr>
            </a:lvl6pPr>
            <a:lvl7pPr>
              <a:defRPr sz="1950" b="0">
                <a:solidFill>
                  <a:srgbClr val="182C38"/>
                </a:solidFill>
                <a:latin typeface="Malgun Gothic"/>
                <a:ea typeface="Malgun Gothic"/>
                <a:cs typeface="Malgun Gothic"/>
              </a:defRPr>
            </a:lvl7pPr>
            <a:lvl8pPr>
              <a:defRPr sz="1950" b="0">
                <a:solidFill>
                  <a:srgbClr val="182C38"/>
                </a:solidFill>
                <a:latin typeface="Malgun Gothic"/>
                <a:ea typeface="Malgun Gothic"/>
                <a:cs typeface="Malgun Gothic"/>
              </a:defRPr>
            </a:lvl8pPr>
            <a:lvl9pPr>
              <a:defRPr sz="1950" b="0">
                <a:solidFill>
                  <a:srgbClr val="182C38"/>
                </a:solidFill>
                <a:latin typeface="Malgun Gothic"/>
                <a:ea typeface="Malgun Gothic"/>
                <a:cs typeface="Malgun Gothic"/>
              </a:defRPr>
            </a:lvl9pPr>
          </a:lstStyle>
          <a:p xmlns:a="http://schemas.openxmlformats.org/drawingml/2006/main">
            <a:pPr>
              <a:defRPr sz="1950" b="0">
                <a:solidFill>
                  <a:srgbClr val="182C38"/>
                </a:solidFill>
                <a:latin typeface="Malgun Gothic"/>
                <a:ea typeface="Malgun Gothic"/>
                <a:cs typeface="Malgun Gothic"/>
              </a:defRPr>
            </a:pPr>
            <a:r>
              <a:rPr sz="1950" b="0">
                <a:solidFill>
                  <a:srgbClr val="182C38"/>
                </a:solidFill>
                <a:latin typeface="Malgun Gothic"/>
                <a:ea typeface="Malgun Gothic"/>
                <a:cs typeface="Malgun Gothic"/>
              </a:rPr>
              <a:t>실제 결함 분석과 복구 경로를 Unity 자동 회귀 테스트로 검증</a:t>
            </a:r>
          </a:p>
        </p:txBody>
      </p:sp>
      <p:sp>
        <p:nvSpPr>
          <p:cNvPr id="10" name="text">
            <a:extLst xmlns:a="http://schemas.openxmlformats.org/drawingml/2006/main">
              <a:ext uri="{FF2B5EF4-FFF2-40B4-BE49-F238E27FC236}">
                <a16:creationId xmlns:a16="http://schemas.microsoft.com/office/drawing/2014/main" id="{FB07E360-2D65-498D-9366-9E07823CD260}"/>
              </a:ext>
            </a:extLst>
          </p:cNvPr>
          <p:cNvSpPr>
            <a:spLocks xmlns:a="http://schemas.openxmlformats.org/drawingml/2006/main" noGrp="1"/>
          </p:cNvSpPr>
          <p:nvPr/>
        </p:nvSpPr>
        <p:spPr>
          <a:xfrm xmlns:a="http://schemas.openxmlformats.org/drawingml/2006/main">
            <a:off x="685800" y="40005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66A88"/>
                </a:solidFill>
                <a:latin typeface="Malgun Gothic"/>
                <a:ea typeface="Malgun Gothic"/>
                <a:cs typeface="Malgun Gothic"/>
              </a:defRPr>
            </a:defPPr>
            <a:lvl1pPr>
              <a:defRPr sz="2100" b="1">
                <a:solidFill>
                  <a:srgbClr val="166A88"/>
                </a:solidFill>
                <a:latin typeface="Malgun Gothic"/>
                <a:ea typeface="Malgun Gothic"/>
                <a:cs typeface="Malgun Gothic"/>
              </a:defRPr>
            </a:lvl1pPr>
            <a:lvl2pPr>
              <a:defRPr sz="2100" b="1">
                <a:solidFill>
                  <a:srgbClr val="166A88"/>
                </a:solidFill>
                <a:latin typeface="Malgun Gothic"/>
                <a:ea typeface="Malgun Gothic"/>
                <a:cs typeface="Malgun Gothic"/>
              </a:defRPr>
            </a:lvl2pPr>
            <a:lvl3pPr>
              <a:defRPr sz="2100" b="1">
                <a:solidFill>
                  <a:srgbClr val="166A88"/>
                </a:solidFill>
                <a:latin typeface="Malgun Gothic"/>
                <a:ea typeface="Malgun Gothic"/>
                <a:cs typeface="Malgun Gothic"/>
              </a:defRPr>
            </a:lvl3pPr>
            <a:lvl4pPr>
              <a:defRPr sz="2100" b="1">
                <a:solidFill>
                  <a:srgbClr val="166A88"/>
                </a:solidFill>
                <a:latin typeface="Malgun Gothic"/>
                <a:ea typeface="Malgun Gothic"/>
                <a:cs typeface="Malgun Gothic"/>
              </a:defRPr>
            </a:lvl4pPr>
            <a:lvl5pPr>
              <a:defRPr sz="2100" b="1">
                <a:solidFill>
                  <a:srgbClr val="166A88"/>
                </a:solidFill>
                <a:latin typeface="Malgun Gothic"/>
                <a:ea typeface="Malgun Gothic"/>
                <a:cs typeface="Malgun Gothic"/>
              </a:defRPr>
            </a:lvl5pPr>
            <a:lvl6pPr>
              <a:defRPr sz="2100" b="1">
                <a:solidFill>
                  <a:srgbClr val="166A88"/>
                </a:solidFill>
                <a:latin typeface="Malgun Gothic"/>
                <a:ea typeface="Malgun Gothic"/>
                <a:cs typeface="Malgun Gothic"/>
              </a:defRPr>
            </a:lvl6pPr>
            <a:lvl7pPr>
              <a:defRPr sz="2100" b="1">
                <a:solidFill>
                  <a:srgbClr val="166A88"/>
                </a:solidFill>
                <a:latin typeface="Malgun Gothic"/>
                <a:ea typeface="Malgun Gothic"/>
                <a:cs typeface="Malgun Gothic"/>
              </a:defRPr>
            </a:lvl7pPr>
            <a:lvl8pPr>
              <a:defRPr sz="2100" b="1">
                <a:solidFill>
                  <a:srgbClr val="166A88"/>
                </a:solidFill>
                <a:latin typeface="Malgun Gothic"/>
                <a:ea typeface="Malgun Gothic"/>
                <a:cs typeface="Malgun Gothic"/>
              </a:defRPr>
            </a:lvl8pPr>
            <a:lvl9pPr>
              <a:defRPr sz="2100" b="1">
                <a:solidFill>
                  <a:srgbClr val="166A88"/>
                </a:solidFill>
                <a:latin typeface="Malgun Gothic"/>
                <a:ea typeface="Malgun Gothic"/>
                <a:cs typeface="Malgun Gothic"/>
              </a:defRPr>
            </a:lvl9pPr>
          </a:lstStyle>
          <a:p xmlns:a="http://schemas.openxmlformats.org/drawingml/2006/main">
            <a:pPr>
              <a:defRPr sz="2100" b="1">
                <a:solidFill>
                  <a:srgbClr val="166A88"/>
                </a:solidFill>
                <a:latin typeface="Malgun Gothic"/>
                <a:ea typeface="Malgun Gothic"/>
                <a:cs typeface="Malgun Gothic"/>
              </a:defRPr>
            </a:pPr>
            <a:r>
              <a:rPr sz="2100" b="1">
                <a:solidFill>
                  <a:srgbClr val="166A88"/>
                </a:solidFill>
                <a:latin typeface="Malgun Gothic"/>
                <a:ea typeface="Malgun Gothic"/>
                <a:cs typeface="Malgun Gothic"/>
              </a:rPr>
              <a:t>산업 교육 콘텐츠</a:t>
            </a:r>
          </a:p>
        </p:txBody>
      </p:sp>
      <p:sp>
        <p:nvSpPr>
          <p:cNvPr id="11" name="text">
            <a:extLst xmlns:a="http://schemas.openxmlformats.org/drawingml/2006/main">
              <a:ext uri="{FF2B5EF4-FFF2-40B4-BE49-F238E27FC236}">
                <a16:creationId xmlns:a16="http://schemas.microsoft.com/office/drawing/2014/main" id="{4A9B26FA-7197-46C3-9816-A3B21DDC6C47}"/>
              </a:ext>
            </a:extLst>
          </p:cNvPr>
          <p:cNvSpPr>
            <a:spLocks xmlns:a="http://schemas.openxmlformats.org/drawingml/2006/main" noGrp="1"/>
          </p:cNvSpPr>
          <p:nvPr/>
        </p:nvSpPr>
        <p:spPr>
          <a:xfrm xmlns:a="http://schemas.openxmlformats.org/drawingml/2006/main">
            <a:off x="3429000" y="4000500"/>
            <a:ext cx="807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2C38"/>
                </a:solidFill>
                <a:latin typeface="Malgun Gothic"/>
                <a:ea typeface="Malgun Gothic"/>
                <a:cs typeface="Malgun Gothic"/>
              </a:defRPr>
            </a:defPPr>
            <a:lvl1pPr>
              <a:defRPr sz="1950" b="0">
                <a:solidFill>
                  <a:srgbClr val="182C38"/>
                </a:solidFill>
                <a:latin typeface="Malgun Gothic"/>
                <a:ea typeface="Malgun Gothic"/>
                <a:cs typeface="Malgun Gothic"/>
              </a:defRPr>
            </a:lvl1pPr>
            <a:lvl2pPr>
              <a:defRPr sz="1950" b="0">
                <a:solidFill>
                  <a:srgbClr val="182C38"/>
                </a:solidFill>
                <a:latin typeface="Malgun Gothic"/>
                <a:ea typeface="Malgun Gothic"/>
                <a:cs typeface="Malgun Gothic"/>
              </a:defRPr>
            </a:lvl2pPr>
            <a:lvl3pPr>
              <a:defRPr sz="1950" b="0">
                <a:solidFill>
                  <a:srgbClr val="182C38"/>
                </a:solidFill>
                <a:latin typeface="Malgun Gothic"/>
                <a:ea typeface="Malgun Gothic"/>
                <a:cs typeface="Malgun Gothic"/>
              </a:defRPr>
            </a:lvl3pPr>
            <a:lvl4pPr>
              <a:defRPr sz="1950" b="0">
                <a:solidFill>
                  <a:srgbClr val="182C38"/>
                </a:solidFill>
                <a:latin typeface="Malgun Gothic"/>
                <a:ea typeface="Malgun Gothic"/>
                <a:cs typeface="Malgun Gothic"/>
              </a:defRPr>
            </a:lvl4pPr>
            <a:lvl5pPr>
              <a:defRPr sz="1950" b="0">
                <a:solidFill>
                  <a:srgbClr val="182C38"/>
                </a:solidFill>
                <a:latin typeface="Malgun Gothic"/>
                <a:ea typeface="Malgun Gothic"/>
                <a:cs typeface="Malgun Gothic"/>
              </a:defRPr>
            </a:lvl5pPr>
            <a:lvl6pPr>
              <a:defRPr sz="1950" b="0">
                <a:solidFill>
                  <a:srgbClr val="182C38"/>
                </a:solidFill>
                <a:latin typeface="Malgun Gothic"/>
                <a:ea typeface="Malgun Gothic"/>
                <a:cs typeface="Malgun Gothic"/>
              </a:defRPr>
            </a:lvl6pPr>
            <a:lvl7pPr>
              <a:defRPr sz="1950" b="0">
                <a:solidFill>
                  <a:srgbClr val="182C38"/>
                </a:solidFill>
                <a:latin typeface="Malgun Gothic"/>
                <a:ea typeface="Malgun Gothic"/>
                <a:cs typeface="Malgun Gothic"/>
              </a:defRPr>
            </a:lvl7pPr>
            <a:lvl8pPr>
              <a:defRPr sz="1950" b="0">
                <a:solidFill>
                  <a:srgbClr val="182C38"/>
                </a:solidFill>
                <a:latin typeface="Malgun Gothic"/>
                <a:ea typeface="Malgun Gothic"/>
                <a:cs typeface="Malgun Gothic"/>
              </a:defRPr>
            </a:lvl8pPr>
            <a:lvl9pPr>
              <a:defRPr sz="1950" b="0">
                <a:solidFill>
                  <a:srgbClr val="182C38"/>
                </a:solidFill>
                <a:latin typeface="Malgun Gothic"/>
                <a:ea typeface="Malgun Gothic"/>
                <a:cs typeface="Malgun Gothic"/>
              </a:defRPr>
            </a:lvl9pPr>
          </a:lstStyle>
          <a:p xmlns:a="http://schemas.openxmlformats.org/drawingml/2006/main">
            <a:pPr>
              <a:defRPr sz="1950" b="0">
                <a:solidFill>
                  <a:srgbClr val="182C38"/>
                </a:solidFill>
                <a:latin typeface="Malgun Gothic"/>
                <a:ea typeface="Malgun Gothic"/>
                <a:cs typeface="Malgun Gothic"/>
              </a:defRPr>
            </a:pPr>
            <a:r>
              <a:rPr sz="1950" b="0">
                <a:solidFill>
                  <a:srgbClr val="182C38"/>
                </a:solidFill>
                <a:latin typeface="Malgun Gothic"/>
                <a:ea typeface="Malgun Gothic"/>
                <a:cs typeface="Malgun Gothic"/>
              </a:rPr>
              <a:t>안전 절차를 체험 가능한 가상환경과 교육 피드백으로 연결</a:t>
            </a:r>
          </a:p>
        </p:txBody>
      </p:sp>
      <p:sp>
        <p:nvSpPr>
          <p:cNvPr id="12" name="text">
            <a:extLst xmlns:a="http://schemas.openxmlformats.org/drawingml/2006/main">
              <a:ext uri="{FF2B5EF4-FFF2-40B4-BE49-F238E27FC236}">
                <a16:creationId xmlns:a16="http://schemas.microsoft.com/office/drawing/2014/main" id="{BFE3D167-FCCA-4CC5-B2D1-50BF4F4AABDB}"/>
              </a:ext>
            </a:extLst>
          </p:cNvPr>
          <p:cNvSpPr>
            <a:spLocks xmlns:a="http://schemas.openxmlformats.org/drawingml/2006/main" noGrp="1"/>
          </p:cNvSpPr>
          <p:nvPr/>
        </p:nvSpPr>
        <p:spPr>
          <a:xfrm xmlns:a="http://schemas.openxmlformats.org/drawingml/2006/main">
            <a:off x="685800" y="49911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66A88"/>
                </a:solidFill>
                <a:latin typeface="Malgun Gothic"/>
                <a:ea typeface="Malgun Gothic"/>
                <a:cs typeface="Malgun Gothic"/>
              </a:defRPr>
            </a:defPPr>
            <a:lvl1pPr>
              <a:defRPr sz="2325" b="1">
                <a:solidFill>
                  <a:srgbClr val="166A88"/>
                </a:solidFill>
                <a:latin typeface="Malgun Gothic"/>
                <a:ea typeface="Malgun Gothic"/>
                <a:cs typeface="Malgun Gothic"/>
              </a:defRPr>
            </a:lvl1pPr>
            <a:lvl2pPr>
              <a:defRPr sz="2325" b="1">
                <a:solidFill>
                  <a:srgbClr val="166A88"/>
                </a:solidFill>
                <a:latin typeface="Malgun Gothic"/>
                <a:ea typeface="Malgun Gothic"/>
                <a:cs typeface="Malgun Gothic"/>
              </a:defRPr>
            </a:lvl2pPr>
            <a:lvl3pPr>
              <a:defRPr sz="2325" b="1">
                <a:solidFill>
                  <a:srgbClr val="166A88"/>
                </a:solidFill>
                <a:latin typeface="Malgun Gothic"/>
                <a:ea typeface="Malgun Gothic"/>
                <a:cs typeface="Malgun Gothic"/>
              </a:defRPr>
            </a:lvl3pPr>
            <a:lvl4pPr>
              <a:defRPr sz="2325" b="1">
                <a:solidFill>
                  <a:srgbClr val="166A88"/>
                </a:solidFill>
                <a:latin typeface="Malgun Gothic"/>
                <a:ea typeface="Malgun Gothic"/>
                <a:cs typeface="Malgun Gothic"/>
              </a:defRPr>
            </a:lvl4pPr>
            <a:lvl5pPr>
              <a:defRPr sz="2325" b="1">
                <a:solidFill>
                  <a:srgbClr val="166A88"/>
                </a:solidFill>
                <a:latin typeface="Malgun Gothic"/>
                <a:ea typeface="Malgun Gothic"/>
                <a:cs typeface="Malgun Gothic"/>
              </a:defRPr>
            </a:lvl5pPr>
            <a:lvl6pPr>
              <a:defRPr sz="2325" b="1">
                <a:solidFill>
                  <a:srgbClr val="166A88"/>
                </a:solidFill>
                <a:latin typeface="Malgun Gothic"/>
                <a:ea typeface="Malgun Gothic"/>
                <a:cs typeface="Malgun Gothic"/>
              </a:defRPr>
            </a:lvl6pPr>
            <a:lvl7pPr>
              <a:defRPr sz="2325" b="1">
                <a:solidFill>
                  <a:srgbClr val="166A88"/>
                </a:solidFill>
                <a:latin typeface="Malgun Gothic"/>
                <a:ea typeface="Malgun Gothic"/>
                <a:cs typeface="Malgun Gothic"/>
              </a:defRPr>
            </a:lvl7pPr>
            <a:lvl8pPr>
              <a:defRPr sz="2325" b="1">
                <a:solidFill>
                  <a:srgbClr val="166A88"/>
                </a:solidFill>
                <a:latin typeface="Malgun Gothic"/>
                <a:ea typeface="Malgun Gothic"/>
                <a:cs typeface="Malgun Gothic"/>
              </a:defRPr>
            </a:lvl8pPr>
            <a:lvl9pPr>
              <a:defRPr sz="2325" b="1">
                <a:solidFill>
                  <a:srgbClr val="166A88"/>
                </a:solidFill>
                <a:latin typeface="Malgun Gothic"/>
                <a:ea typeface="Malgun Gothic"/>
                <a:cs typeface="Malgun Gothic"/>
              </a:defRPr>
            </a:lvl9pPr>
          </a:lstStyle>
          <a:p xmlns:a="http://schemas.openxmlformats.org/drawingml/2006/main">
            <a:pPr>
              <a:defRPr sz="2325" b="1">
                <a:solidFill>
                  <a:srgbClr val="166A88"/>
                </a:solidFill>
                <a:latin typeface="Malgun Gothic"/>
                <a:ea typeface="Malgun Gothic"/>
                <a:cs typeface="Malgun Gothic"/>
              </a:defRPr>
            </a:pPr>
            <a:r>
              <a:rPr sz="2325" b="1">
                <a:solidFill>
                  <a:srgbClr val="166A88"/>
                </a:solidFill>
                <a:latin typeface="Malgun Gothic"/>
                <a:ea typeface="Malgun Gothic"/>
                <a:cs typeface="Malgun Gothic"/>
              </a:rPr>
              <a:t>산업 현장의 교육 절차를 안정적인 XR 상호작용과</a:t>
            </a:r>
          </a:p>
          <a:p xmlns:a="http://schemas.openxmlformats.org/drawingml/2006/main">
            <a:pPr>
              <a:defRPr sz="2325" b="1">
                <a:solidFill>
                  <a:srgbClr val="166A88"/>
                </a:solidFill>
                <a:latin typeface="Malgun Gothic"/>
                <a:ea typeface="Malgun Gothic"/>
                <a:cs typeface="Malgun Gothic"/>
              </a:defRPr>
            </a:pPr>
            <a:r>
              <a:rPr sz="2325" b="1">
                <a:solidFill>
                  <a:srgbClr val="166A88"/>
                </a:solidFill>
                <a:latin typeface="Malgun Gothic"/>
                <a:ea typeface="Malgun Gothic"/>
                <a:cs typeface="Malgun Gothic"/>
              </a:rPr>
              <a:t>C# 로직으로 구현하는 개발자로 성장하고자 합니다.</a:t>
            </a:r>
          </a:p>
        </p:txBody>
      </p:sp>
      <p:sp>
        <p:nvSpPr>
          <p:cNvPr id="13" name="text">
            <a:extLst xmlns:a="http://schemas.openxmlformats.org/drawingml/2006/main">
              <a:ext uri="{FF2B5EF4-FFF2-40B4-BE49-F238E27FC236}">
                <a16:creationId xmlns:a16="http://schemas.microsoft.com/office/drawing/2014/main" id="{1530DB72-7697-4275-92F8-397EB1A02B3B}"/>
              </a:ext>
            </a:extLst>
          </p:cNvPr>
          <p:cNvSpPr>
            <a:spLocks xmlns:a="http://schemas.openxmlformats.org/drawingml/2006/main" noGrp="1"/>
          </p:cNvSpPr>
          <p:nvPr/>
        </p:nvSpPr>
        <p:spPr>
          <a:xfrm xmlns:a="http://schemas.openxmlformats.org/drawingml/2006/main">
            <a:off x="685800" y="59531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36E"/>
                </a:solidFill>
                <a:latin typeface="Malgun Gothic"/>
                <a:ea typeface="Malgun Gothic"/>
                <a:cs typeface="Malgun Gothic"/>
              </a:defRPr>
            </a:defPPr>
            <a:lvl1pPr>
              <a:defRPr sz="1575" b="0">
                <a:solidFill>
                  <a:srgbClr val="52636E"/>
                </a:solidFill>
                <a:latin typeface="Malgun Gothic"/>
                <a:ea typeface="Malgun Gothic"/>
                <a:cs typeface="Malgun Gothic"/>
              </a:defRPr>
            </a:lvl1pPr>
            <a:lvl2pPr>
              <a:defRPr sz="1575" b="0">
                <a:solidFill>
                  <a:srgbClr val="52636E"/>
                </a:solidFill>
                <a:latin typeface="Malgun Gothic"/>
                <a:ea typeface="Malgun Gothic"/>
                <a:cs typeface="Malgun Gothic"/>
              </a:defRPr>
            </a:lvl2pPr>
            <a:lvl3pPr>
              <a:defRPr sz="1575" b="0">
                <a:solidFill>
                  <a:srgbClr val="52636E"/>
                </a:solidFill>
                <a:latin typeface="Malgun Gothic"/>
                <a:ea typeface="Malgun Gothic"/>
                <a:cs typeface="Malgun Gothic"/>
              </a:defRPr>
            </a:lvl3pPr>
            <a:lvl4pPr>
              <a:defRPr sz="1575" b="0">
                <a:solidFill>
                  <a:srgbClr val="52636E"/>
                </a:solidFill>
                <a:latin typeface="Malgun Gothic"/>
                <a:ea typeface="Malgun Gothic"/>
                <a:cs typeface="Malgun Gothic"/>
              </a:defRPr>
            </a:lvl4pPr>
            <a:lvl5pPr>
              <a:defRPr sz="1575" b="0">
                <a:solidFill>
                  <a:srgbClr val="52636E"/>
                </a:solidFill>
                <a:latin typeface="Malgun Gothic"/>
                <a:ea typeface="Malgun Gothic"/>
                <a:cs typeface="Malgun Gothic"/>
              </a:defRPr>
            </a:lvl5pPr>
            <a:lvl6pPr>
              <a:defRPr sz="1575" b="0">
                <a:solidFill>
                  <a:srgbClr val="52636E"/>
                </a:solidFill>
                <a:latin typeface="Malgun Gothic"/>
                <a:ea typeface="Malgun Gothic"/>
                <a:cs typeface="Malgun Gothic"/>
              </a:defRPr>
            </a:lvl6pPr>
            <a:lvl7pPr>
              <a:defRPr sz="1575" b="0">
                <a:solidFill>
                  <a:srgbClr val="52636E"/>
                </a:solidFill>
                <a:latin typeface="Malgun Gothic"/>
                <a:ea typeface="Malgun Gothic"/>
                <a:cs typeface="Malgun Gothic"/>
              </a:defRPr>
            </a:lvl7pPr>
            <a:lvl8pPr>
              <a:defRPr sz="1575" b="0">
                <a:solidFill>
                  <a:srgbClr val="52636E"/>
                </a:solidFill>
                <a:latin typeface="Malgun Gothic"/>
                <a:ea typeface="Malgun Gothic"/>
                <a:cs typeface="Malgun Gothic"/>
              </a:defRPr>
            </a:lvl8pPr>
            <a:lvl9pPr>
              <a:defRPr sz="1575" b="0">
                <a:solidFill>
                  <a:srgbClr val="52636E"/>
                </a:solidFill>
                <a:latin typeface="Malgun Gothic"/>
                <a:ea typeface="Malgun Gothic"/>
                <a:cs typeface="Malgun Gothic"/>
              </a:defRPr>
            </a:lvl9pPr>
          </a:lstStyle>
          <a:p xmlns:a="http://schemas.openxmlformats.org/drawingml/2006/main">
            <a:pPr>
              <a:defRPr sz="1575" b="0">
                <a:solidFill>
                  <a:srgbClr val="52636E"/>
                </a:solidFill>
                <a:latin typeface="Malgun Gothic"/>
                <a:ea typeface="Malgun Gothic"/>
                <a:cs typeface="Malgun Gothic"/>
              </a:defRPr>
            </a:pPr>
            <a:r>
              <a:rPr sz="1575" b="0">
                <a:solidFill>
                  <a:srgbClr val="52636E"/>
                </a:solidFill>
                <a:latin typeface="Malgun Gothic"/>
                <a:ea typeface="Malgun Gothic"/>
                <a:cs typeface="Malgun Gothic"/>
              </a:rPr>
              <a:t>2026-09-10 PPE 플레이 영상: 공개 URL 등록 예정 / 10월 개선 시연과 구분</a:t>
            </a:r>
          </a:p>
        </p:txBody>
      </p:sp>
    </p:spTree>
    <p:extLst>
      <p:ext uri="{BB962C8B-B14F-4D97-AF65-F5344CB8AC3E}">
        <p14:creationId xmlns:p14="http://schemas.microsoft.com/office/powerpoint/2010/main" val="3162304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2026-10-27T09:26:58.9000000Z</dcterms:created>
  <dcterms:modified xsi:type="dcterms:W3CDTF">2026-10-27T09:26:58.9000000Z</dcterms:modified>
</coreProperties>
</file>